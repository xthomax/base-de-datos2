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1" r:id="rId20"/>
    <p:sldId id="282" r:id="rId21"/>
    <p:sldId id="274" r:id="rId22"/>
    <p:sldId id="275" r:id="rId23"/>
    <p:sldId id="283" r:id="rId24"/>
    <p:sldId id="284" r:id="rId25"/>
    <p:sldId id="276" r:id="rId26"/>
    <p:sldId id="285" r:id="rId27"/>
    <p:sldId id="277" r:id="rId28"/>
    <p:sldId id="278" r:id="rId29"/>
    <p:sldId id="279" r:id="rId30"/>
    <p:sldId id="28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8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4" Type="http://schemas.openxmlformats.org/officeDocument/2006/relationships/image" Target="../media/image1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4" Type="http://schemas.openxmlformats.org/officeDocument/2006/relationships/image" Target="../media/image2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Relationship Id="rId5" Type="http://schemas.openxmlformats.org/officeDocument/2006/relationships/image" Target="../media/image27.svg"/><Relationship Id="rId4" Type="http://schemas.openxmlformats.org/officeDocument/2006/relationships/image" Target="../media/image22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19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image" Target="../media/image34.svg"/><Relationship Id="rId1" Type="http://schemas.openxmlformats.org/officeDocument/2006/relationships/image" Target="../media/image33.svg"/><Relationship Id="rId6" Type="http://schemas.openxmlformats.org/officeDocument/2006/relationships/image" Target="../media/image38.svg"/><Relationship Id="rId5" Type="http://schemas.openxmlformats.org/officeDocument/2006/relationships/image" Target="../media/image37.svg"/><Relationship Id="rId4" Type="http://schemas.openxmlformats.org/officeDocument/2006/relationships/image" Target="../media/image36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svg"/><Relationship Id="rId1" Type="http://schemas.openxmlformats.org/officeDocument/2006/relationships/image" Target="../media/image42.svg"/><Relationship Id="rId5" Type="http://schemas.openxmlformats.org/officeDocument/2006/relationships/image" Target="../media/image46.svg"/><Relationship Id="rId4" Type="http://schemas.openxmlformats.org/officeDocument/2006/relationships/image" Target="../media/image45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16.svg"/><Relationship Id="rId1" Type="http://schemas.openxmlformats.org/officeDocument/2006/relationships/image" Target="../media/image4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4" Type="http://schemas.openxmlformats.org/officeDocument/2006/relationships/image" Target="../media/image1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4" Type="http://schemas.openxmlformats.org/officeDocument/2006/relationships/image" Target="../media/image2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Relationship Id="rId5" Type="http://schemas.openxmlformats.org/officeDocument/2006/relationships/image" Target="../media/image27.svg"/><Relationship Id="rId4" Type="http://schemas.openxmlformats.org/officeDocument/2006/relationships/image" Target="../media/image22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19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image" Target="../media/image34.svg"/><Relationship Id="rId1" Type="http://schemas.openxmlformats.org/officeDocument/2006/relationships/image" Target="../media/image33.svg"/><Relationship Id="rId6" Type="http://schemas.openxmlformats.org/officeDocument/2006/relationships/image" Target="../media/image38.svg"/><Relationship Id="rId5" Type="http://schemas.openxmlformats.org/officeDocument/2006/relationships/image" Target="../media/image37.svg"/><Relationship Id="rId4" Type="http://schemas.openxmlformats.org/officeDocument/2006/relationships/image" Target="../media/image36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svg"/><Relationship Id="rId1" Type="http://schemas.openxmlformats.org/officeDocument/2006/relationships/image" Target="../media/image42.svg"/><Relationship Id="rId5" Type="http://schemas.openxmlformats.org/officeDocument/2006/relationships/image" Target="../media/image46.svg"/><Relationship Id="rId4" Type="http://schemas.openxmlformats.org/officeDocument/2006/relationships/image" Target="../media/image45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16.svg"/><Relationship Id="rId1" Type="http://schemas.openxmlformats.org/officeDocument/2006/relationships/image" Target="../media/image4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#2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855B86-DC82-43B5-8D60-46976B403B3E}" type="doc">
      <dgm:prSet loTypeId="urn:microsoft.com/office/officeart/2018/2/layout/IconVerticalSolidList" loCatId="icon" qsTypeId="urn:microsoft.com/office/officeart/2005/8/quickstyle/simple1#17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F44023D-957C-46A7-B1CB-022F0D801A52}">
      <dgm:prSet/>
      <dgm:spPr/>
      <dgm:t>
        <a:bodyPr/>
        <a:lstStyle/>
        <a:p>
          <a:r>
            <a:rPr lang="en-US"/>
            <a:t>• Identificación: ID, nombre y apellido.</a:t>
          </a:r>
        </a:p>
      </dgm:t>
    </dgm:pt>
    <dgm:pt modelId="{EF0B6E74-1A3D-4F1F-884C-9DE43D415EBC}" type="parTrans" cxnId="{376004E7-E4A5-4A83-842A-62A671109505}">
      <dgm:prSet/>
      <dgm:spPr/>
      <dgm:t>
        <a:bodyPr/>
        <a:lstStyle/>
        <a:p>
          <a:endParaRPr lang="en-US"/>
        </a:p>
      </dgm:t>
    </dgm:pt>
    <dgm:pt modelId="{54E1BB16-1735-4C60-B337-A838A7B9AAB2}" type="sibTrans" cxnId="{376004E7-E4A5-4A83-842A-62A671109505}">
      <dgm:prSet/>
      <dgm:spPr/>
      <dgm:t>
        <a:bodyPr/>
        <a:lstStyle/>
        <a:p>
          <a:endParaRPr lang="en-US"/>
        </a:p>
      </dgm:t>
    </dgm:pt>
    <dgm:pt modelId="{6C1C8A0E-0DD7-4ABE-8A05-E629A990EE8E}">
      <dgm:prSet/>
      <dgm:spPr/>
      <dgm:t>
        <a:bodyPr/>
        <a:lstStyle/>
        <a:p>
          <a:r>
            <a:rPr lang="en-US"/>
            <a:t>• Datos de contacto: dirección, ciudad, código postal y correo.</a:t>
          </a:r>
        </a:p>
      </dgm:t>
    </dgm:pt>
    <dgm:pt modelId="{B0908A54-28EC-47D0-A3E2-4FBA54D99F30}" type="parTrans" cxnId="{79DF51BB-172D-48AD-ABF7-930F4DFA4063}">
      <dgm:prSet/>
      <dgm:spPr/>
      <dgm:t>
        <a:bodyPr/>
        <a:lstStyle/>
        <a:p>
          <a:endParaRPr lang="en-US"/>
        </a:p>
      </dgm:t>
    </dgm:pt>
    <dgm:pt modelId="{486300A0-7F66-4134-BA90-0E458A127E71}" type="sibTrans" cxnId="{79DF51BB-172D-48AD-ABF7-930F4DFA4063}">
      <dgm:prSet/>
      <dgm:spPr/>
      <dgm:t>
        <a:bodyPr/>
        <a:lstStyle/>
        <a:p>
          <a:endParaRPr lang="en-US"/>
        </a:p>
      </dgm:t>
    </dgm:pt>
    <dgm:pt modelId="{4B5DD3D4-3EF2-4CA1-BD5F-82189395967A}">
      <dgm:prSet/>
      <dgm:spPr/>
      <dgm:t>
        <a:bodyPr/>
        <a:lstStyle/>
        <a:p>
          <a:r>
            <a:rPr lang="en-US"/>
            <a:t>• Información adicional: contraseña, comentarios y género.</a:t>
          </a:r>
        </a:p>
      </dgm:t>
    </dgm:pt>
    <dgm:pt modelId="{AF32CF69-CD2C-4EF6-9D3F-95E40A125ECB}" type="parTrans" cxnId="{90590852-C7DE-4953-8320-506BC5C77554}">
      <dgm:prSet/>
      <dgm:spPr/>
      <dgm:t>
        <a:bodyPr/>
        <a:lstStyle/>
        <a:p>
          <a:endParaRPr lang="en-US"/>
        </a:p>
      </dgm:t>
    </dgm:pt>
    <dgm:pt modelId="{91429508-561A-4836-A1C0-A2FBD3773FFF}" type="sibTrans" cxnId="{90590852-C7DE-4953-8320-506BC5C77554}">
      <dgm:prSet/>
      <dgm:spPr/>
      <dgm:t>
        <a:bodyPr/>
        <a:lstStyle/>
        <a:p>
          <a:endParaRPr lang="en-US"/>
        </a:p>
      </dgm:t>
    </dgm:pt>
    <dgm:pt modelId="{C43BD0D9-5AAB-4CDB-AE99-D6BA084E530B}">
      <dgm:prSet/>
      <dgm:spPr/>
      <dgm:t>
        <a:bodyPr/>
        <a:lstStyle/>
        <a:p>
          <a:r>
            <a:rPr lang="en-US"/>
            <a:t>• Grupo sanguíneo, estado y tipo de usuario.</a:t>
          </a:r>
        </a:p>
      </dgm:t>
    </dgm:pt>
    <dgm:pt modelId="{7E0D3DF0-15CE-4475-9D0E-5419871D5E55}" type="parTrans" cxnId="{897DDE20-8DC8-4283-919E-0DABD71CBC97}">
      <dgm:prSet/>
      <dgm:spPr/>
      <dgm:t>
        <a:bodyPr/>
        <a:lstStyle/>
        <a:p>
          <a:endParaRPr lang="en-US"/>
        </a:p>
      </dgm:t>
    </dgm:pt>
    <dgm:pt modelId="{AB3587B2-D078-49F0-840D-AE6387408F6E}" type="sibTrans" cxnId="{897DDE20-8DC8-4283-919E-0DABD71CBC97}">
      <dgm:prSet/>
      <dgm:spPr/>
      <dgm:t>
        <a:bodyPr/>
        <a:lstStyle/>
        <a:p>
          <a:endParaRPr lang="en-US"/>
        </a:p>
      </dgm:t>
    </dgm:pt>
    <dgm:pt modelId="{4104EF74-6DEE-4FAE-BB12-7A79020AB512}">
      <dgm:prSet/>
      <dgm:spPr/>
      <dgm:t>
        <a:bodyPr/>
        <a:lstStyle/>
        <a:p>
          <a:r>
            <a:rPr lang="en-US"/>
            <a:t>• Imagen de perfil y archivo adjunto.</a:t>
          </a:r>
        </a:p>
      </dgm:t>
    </dgm:pt>
    <dgm:pt modelId="{DF417C5E-442B-4C1A-B698-00FE31D5CAC7}" type="parTrans" cxnId="{64BEE5FA-B2A6-4499-B78E-46DC262734B5}">
      <dgm:prSet/>
      <dgm:spPr/>
      <dgm:t>
        <a:bodyPr/>
        <a:lstStyle/>
        <a:p>
          <a:endParaRPr lang="en-US"/>
        </a:p>
      </dgm:t>
    </dgm:pt>
    <dgm:pt modelId="{68345033-4CEB-4CD3-9445-80C4AD6004B4}" type="sibTrans" cxnId="{64BEE5FA-B2A6-4499-B78E-46DC262734B5}">
      <dgm:prSet/>
      <dgm:spPr/>
      <dgm:t>
        <a:bodyPr/>
        <a:lstStyle/>
        <a:p>
          <a:endParaRPr lang="en-US"/>
        </a:p>
      </dgm:t>
    </dgm:pt>
    <dgm:pt modelId="{80DD5073-6256-4717-B402-23C808D06F8E}" type="pres">
      <dgm:prSet presAssocID="{23855B86-DC82-43B5-8D60-46976B403B3E}" presName="root" presStyleCnt="0">
        <dgm:presLayoutVars>
          <dgm:dir/>
          <dgm:resizeHandles val="exact"/>
        </dgm:presLayoutVars>
      </dgm:prSet>
      <dgm:spPr/>
    </dgm:pt>
    <dgm:pt modelId="{3069C59D-FED5-4BBF-8830-F581DE0B1C66}" type="pres">
      <dgm:prSet presAssocID="{CF44023D-957C-46A7-B1CB-022F0D801A52}" presName="compNode" presStyleCnt="0"/>
      <dgm:spPr/>
    </dgm:pt>
    <dgm:pt modelId="{1BDE447B-F7C1-4AE6-A97C-DAA1C453F85C}" type="pres">
      <dgm:prSet presAssocID="{CF44023D-957C-46A7-B1CB-022F0D801A52}" presName="bgRect" presStyleLbl="bgShp" presStyleIdx="0" presStyleCnt="5"/>
      <dgm:spPr/>
    </dgm:pt>
    <dgm:pt modelId="{A0EAC7DF-5DD2-4C6A-BA09-07F5AC272B3B}" type="pres">
      <dgm:prSet presAssocID="{CF44023D-957C-46A7-B1CB-022F0D801A52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59420442-76D5-49DB-993B-EA734545BCCE}" type="pres">
      <dgm:prSet presAssocID="{CF44023D-957C-46A7-B1CB-022F0D801A52}" presName="spaceRect" presStyleCnt="0"/>
      <dgm:spPr/>
    </dgm:pt>
    <dgm:pt modelId="{6050B53B-BB3A-416F-A08E-322AAEB5275F}" type="pres">
      <dgm:prSet presAssocID="{CF44023D-957C-46A7-B1CB-022F0D801A52}" presName="parTx" presStyleLbl="revTx" presStyleIdx="0" presStyleCnt="5">
        <dgm:presLayoutVars>
          <dgm:chMax val="0"/>
          <dgm:chPref val="0"/>
        </dgm:presLayoutVars>
      </dgm:prSet>
      <dgm:spPr/>
    </dgm:pt>
    <dgm:pt modelId="{6F7C16AF-CEEA-4E3F-8BC0-E77D80D3B91B}" type="pres">
      <dgm:prSet presAssocID="{54E1BB16-1735-4C60-B337-A838A7B9AAB2}" presName="sibTrans" presStyleCnt="0"/>
      <dgm:spPr/>
    </dgm:pt>
    <dgm:pt modelId="{6424F2D3-6A2F-4EE4-8D4E-0C5C009D9EA1}" type="pres">
      <dgm:prSet presAssocID="{6C1C8A0E-0DD7-4ABE-8A05-E629A990EE8E}" presName="compNode" presStyleCnt="0"/>
      <dgm:spPr/>
    </dgm:pt>
    <dgm:pt modelId="{9F85A769-D4A8-424D-90C3-2F0A31D2AFDC}" type="pres">
      <dgm:prSet presAssocID="{6C1C8A0E-0DD7-4ABE-8A05-E629A990EE8E}" presName="bgRect" presStyleLbl="bgShp" presStyleIdx="1" presStyleCnt="5"/>
      <dgm:spPr/>
    </dgm:pt>
    <dgm:pt modelId="{8FC6E5F6-2650-4490-BA73-2AA1EEB6D39C}" type="pres">
      <dgm:prSet presAssocID="{6C1C8A0E-0DD7-4ABE-8A05-E629A990EE8E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loto"/>
        </a:ext>
      </dgm:extLst>
    </dgm:pt>
    <dgm:pt modelId="{71ABB538-4021-4401-8498-B4E95FD38EB6}" type="pres">
      <dgm:prSet presAssocID="{6C1C8A0E-0DD7-4ABE-8A05-E629A990EE8E}" presName="spaceRect" presStyleCnt="0"/>
      <dgm:spPr/>
    </dgm:pt>
    <dgm:pt modelId="{B2AFBC5F-011A-4D92-AA8E-4DA09B8725F3}" type="pres">
      <dgm:prSet presAssocID="{6C1C8A0E-0DD7-4ABE-8A05-E629A990EE8E}" presName="parTx" presStyleLbl="revTx" presStyleIdx="1" presStyleCnt="5">
        <dgm:presLayoutVars>
          <dgm:chMax val="0"/>
          <dgm:chPref val="0"/>
        </dgm:presLayoutVars>
      </dgm:prSet>
      <dgm:spPr/>
    </dgm:pt>
    <dgm:pt modelId="{0CA09068-8E95-4DE9-84E0-9EFA694A8167}" type="pres">
      <dgm:prSet presAssocID="{486300A0-7F66-4134-BA90-0E458A127E71}" presName="sibTrans" presStyleCnt="0"/>
      <dgm:spPr/>
    </dgm:pt>
    <dgm:pt modelId="{79142405-BCA8-43C7-A79F-F41D951E56F7}" type="pres">
      <dgm:prSet presAssocID="{4B5DD3D4-3EF2-4CA1-BD5F-82189395967A}" presName="compNode" presStyleCnt="0"/>
      <dgm:spPr/>
    </dgm:pt>
    <dgm:pt modelId="{31C16736-C03B-4452-AB0D-21C4597FFEED}" type="pres">
      <dgm:prSet presAssocID="{4B5DD3D4-3EF2-4CA1-BD5F-82189395967A}" presName="bgRect" presStyleLbl="bgShp" presStyleIdx="2" presStyleCnt="5"/>
      <dgm:spPr/>
    </dgm:pt>
    <dgm:pt modelId="{E44A7D37-3DA9-417A-9FC1-1507D4007DF5}" type="pres">
      <dgm:prSet presAssocID="{4B5DD3D4-3EF2-4CA1-BD5F-82189395967A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guntas"/>
        </a:ext>
      </dgm:extLst>
    </dgm:pt>
    <dgm:pt modelId="{9F94B72F-3DD6-47CE-AF4A-4249B0F87504}" type="pres">
      <dgm:prSet presAssocID="{4B5DD3D4-3EF2-4CA1-BD5F-82189395967A}" presName="spaceRect" presStyleCnt="0"/>
      <dgm:spPr/>
    </dgm:pt>
    <dgm:pt modelId="{F9E671FA-4E8D-40E1-87E1-D9A5718FE816}" type="pres">
      <dgm:prSet presAssocID="{4B5DD3D4-3EF2-4CA1-BD5F-82189395967A}" presName="parTx" presStyleLbl="revTx" presStyleIdx="2" presStyleCnt="5">
        <dgm:presLayoutVars>
          <dgm:chMax val="0"/>
          <dgm:chPref val="0"/>
        </dgm:presLayoutVars>
      </dgm:prSet>
      <dgm:spPr/>
    </dgm:pt>
    <dgm:pt modelId="{192CE88A-56AE-4DFF-9F9E-9368389CCF83}" type="pres">
      <dgm:prSet presAssocID="{91429508-561A-4836-A1C0-A2FBD3773FFF}" presName="sibTrans" presStyleCnt="0"/>
      <dgm:spPr/>
    </dgm:pt>
    <dgm:pt modelId="{73A76A18-0B13-49CE-86B1-CE460353CA01}" type="pres">
      <dgm:prSet presAssocID="{C43BD0D9-5AAB-4CDB-AE99-D6BA084E530B}" presName="compNode" presStyleCnt="0"/>
      <dgm:spPr/>
    </dgm:pt>
    <dgm:pt modelId="{0E1CD6F2-C005-4BD7-B1FC-786F53968C93}" type="pres">
      <dgm:prSet presAssocID="{C43BD0D9-5AAB-4CDB-AE99-D6BA084E530B}" presName="bgRect" presStyleLbl="bgShp" presStyleIdx="3" presStyleCnt="5"/>
      <dgm:spPr/>
    </dgm:pt>
    <dgm:pt modelId="{F3649AFA-2C69-4952-A312-1BE9EE86347D}" type="pres">
      <dgm:prSet presAssocID="{C43BD0D9-5AAB-4CDB-AE99-D6BA084E530B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88F5A7A2-AA9C-492E-97C2-C37FEA16482C}" type="pres">
      <dgm:prSet presAssocID="{C43BD0D9-5AAB-4CDB-AE99-D6BA084E530B}" presName="spaceRect" presStyleCnt="0"/>
      <dgm:spPr/>
    </dgm:pt>
    <dgm:pt modelId="{3A563DA5-9607-40AA-B037-83324ABAF710}" type="pres">
      <dgm:prSet presAssocID="{C43BD0D9-5AAB-4CDB-AE99-D6BA084E530B}" presName="parTx" presStyleLbl="revTx" presStyleIdx="3" presStyleCnt="5">
        <dgm:presLayoutVars>
          <dgm:chMax val="0"/>
          <dgm:chPref val="0"/>
        </dgm:presLayoutVars>
      </dgm:prSet>
      <dgm:spPr/>
    </dgm:pt>
    <dgm:pt modelId="{76686786-9249-48BD-B36F-D20E9BEBB027}" type="pres">
      <dgm:prSet presAssocID="{AB3587B2-D078-49F0-840D-AE6387408F6E}" presName="sibTrans" presStyleCnt="0"/>
      <dgm:spPr/>
    </dgm:pt>
    <dgm:pt modelId="{6FD7B718-0EAE-43DA-8214-9BCD376901FE}" type="pres">
      <dgm:prSet presAssocID="{4104EF74-6DEE-4FAE-BB12-7A79020AB512}" presName="compNode" presStyleCnt="0"/>
      <dgm:spPr/>
    </dgm:pt>
    <dgm:pt modelId="{F932A9FE-6B60-4BD9-B342-DDD91D3AF9CA}" type="pres">
      <dgm:prSet presAssocID="{4104EF74-6DEE-4FAE-BB12-7A79020AB512}" presName="bgRect" presStyleLbl="bgShp" presStyleIdx="4" presStyleCnt="5"/>
      <dgm:spPr/>
    </dgm:pt>
    <dgm:pt modelId="{6E85275E-BC82-436A-9B40-E71FF7315741}" type="pres">
      <dgm:prSet presAssocID="{4104EF74-6DEE-4FAE-BB12-7A79020AB512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DDB063FE-C035-44AA-A144-9F91BF75F1BD}" type="pres">
      <dgm:prSet presAssocID="{4104EF74-6DEE-4FAE-BB12-7A79020AB512}" presName="spaceRect" presStyleCnt="0"/>
      <dgm:spPr/>
    </dgm:pt>
    <dgm:pt modelId="{4ABD2F66-FF05-423F-B613-BB8E5AE79CF8}" type="pres">
      <dgm:prSet presAssocID="{4104EF74-6DEE-4FAE-BB12-7A79020AB51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97DDE20-8DC8-4283-919E-0DABD71CBC97}" srcId="{23855B86-DC82-43B5-8D60-46976B403B3E}" destId="{C43BD0D9-5AAB-4CDB-AE99-D6BA084E530B}" srcOrd="3" destOrd="0" parTransId="{7E0D3DF0-15CE-4475-9D0E-5419871D5E55}" sibTransId="{AB3587B2-D078-49F0-840D-AE6387408F6E}"/>
    <dgm:cxn modelId="{479B4D66-6ACE-4099-AA2C-BBE4AB44772E}" type="presOf" srcId="{23855B86-DC82-43B5-8D60-46976B403B3E}" destId="{80DD5073-6256-4717-B402-23C808D06F8E}" srcOrd="0" destOrd="0" presId="urn:microsoft.com/office/officeart/2018/2/layout/IconVerticalSolidList"/>
    <dgm:cxn modelId="{59E5124B-3844-4457-8DC4-6F05D72BCA42}" type="presOf" srcId="{4B5DD3D4-3EF2-4CA1-BD5F-82189395967A}" destId="{F9E671FA-4E8D-40E1-87E1-D9A5718FE816}" srcOrd="0" destOrd="0" presId="urn:microsoft.com/office/officeart/2018/2/layout/IconVerticalSolidList"/>
    <dgm:cxn modelId="{90590852-C7DE-4953-8320-506BC5C77554}" srcId="{23855B86-DC82-43B5-8D60-46976B403B3E}" destId="{4B5DD3D4-3EF2-4CA1-BD5F-82189395967A}" srcOrd="2" destOrd="0" parTransId="{AF32CF69-CD2C-4EF6-9D3F-95E40A125ECB}" sibTransId="{91429508-561A-4836-A1C0-A2FBD3773FFF}"/>
    <dgm:cxn modelId="{C15CA659-4322-4EE6-9BE2-BD1740BDF495}" type="presOf" srcId="{4104EF74-6DEE-4FAE-BB12-7A79020AB512}" destId="{4ABD2F66-FF05-423F-B613-BB8E5AE79CF8}" srcOrd="0" destOrd="0" presId="urn:microsoft.com/office/officeart/2018/2/layout/IconVerticalSolidList"/>
    <dgm:cxn modelId="{79DF51BB-172D-48AD-ABF7-930F4DFA4063}" srcId="{23855B86-DC82-43B5-8D60-46976B403B3E}" destId="{6C1C8A0E-0DD7-4ABE-8A05-E629A990EE8E}" srcOrd="1" destOrd="0" parTransId="{B0908A54-28EC-47D0-A3E2-4FBA54D99F30}" sibTransId="{486300A0-7F66-4134-BA90-0E458A127E71}"/>
    <dgm:cxn modelId="{D926CFC6-2468-400D-86E0-2616AA5AA1C0}" type="presOf" srcId="{CF44023D-957C-46A7-B1CB-022F0D801A52}" destId="{6050B53B-BB3A-416F-A08E-322AAEB5275F}" srcOrd="0" destOrd="0" presId="urn:microsoft.com/office/officeart/2018/2/layout/IconVerticalSolidList"/>
    <dgm:cxn modelId="{215E93DA-3271-4B6C-BEBE-B3C48B4B4D80}" type="presOf" srcId="{C43BD0D9-5AAB-4CDB-AE99-D6BA084E530B}" destId="{3A563DA5-9607-40AA-B037-83324ABAF710}" srcOrd="0" destOrd="0" presId="urn:microsoft.com/office/officeart/2018/2/layout/IconVerticalSolidList"/>
    <dgm:cxn modelId="{376004E7-E4A5-4A83-842A-62A671109505}" srcId="{23855B86-DC82-43B5-8D60-46976B403B3E}" destId="{CF44023D-957C-46A7-B1CB-022F0D801A52}" srcOrd="0" destOrd="0" parTransId="{EF0B6E74-1A3D-4F1F-884C-9DE43D415EBC}" sibTransId="{54E1BB16-1735-4C60-B337-A838A7B9AAB2}"/>
    <dgm:cxn modelId="{9F964CF5-593D-4B1C-8BCF-31BC6B7EE659}" type="presOf" srcId="{6C1C8A0E-0DD7-4ABE-8A05-E629A990EE8E}" destId="{B2AFBC5F-011A-4D92-AA8E-4DA09B8725F3}" srcOrd="0" destOrd="0" presId="urn:microsoft.com/office/officeart/2018/2/layout/IconVerticalSolidList"/>
    <dgm:cxn modelId="{64BEE5FA-B2A6-4499-B78E-46DC262734B5}" srcId="{23855B86-DC82-43B5-8D60-46976B403B3E}" destId="{4104EF74-6DEE-4FAE-BB12-7A79020AB512}" srcOrd="4" destOrd="0" parTransId="{DF417C5E-442B-4C1A-B698-00FE31D5CAC7}" sibTransId="{68345033-4CEB-4CD3-9445-80C4AD6004B4}"/>
    <dgm:cxn modelId="{2ADFEE0E-A8CC-4090-9B71-D4187941C6F7}" type="presParOf" srcId="{80DD5073-6256-4717-B402-23C808D06F8E}" destId="{3069C59D-FED5-4BBF-8830-F581DE0B1C66}" srcOrd="0" destOrd="0" presId="urn:microsoft.com/office/officeart/2018/2/layout/IconVerticalSolidList"/>
    <dgm:cxn modelId="{E6FB0BBF-BFE3-4303-986F-0AAE4F4BFFC9}" type="presParOf" srcId="{3069C59D-FED5-4BBF-8830-F581DE0B1C66}" destId="{1BDE447B-F7C1-4AE6-A97C-DAA1C453F85C}" srcOrd="0" destOrd="0" presId="urn:microsoft.com/office/officeart/2018/2/layout/IconVerticalSolidList"/>
    <dgm:cxn modelId="{8941D7CA-12E3-4B60-902C-8214C5A9631A}" type="presParOf" srcId="{3069C59D-FED5-4BBF-8830-F581DE0B1C66}" destId="{A0EAC7DF-5DD2-4C6A-BA09-07F5AC272B3B}" srcOrd="1" destOrd="0" presId="urn:microsoft.com/office/officeart/2018/2/layout/IconVerticalSolidList"/>
    <dgm:cxn modelId="{2B70A014-8D69-4933-82A9-F51D5664A115}" type="presParOf" srcId="{3069C59D-FED5-4BBF-8830-F581DE0B1C66}" destId="{59420442-76D5-49DB-993B-EA734545BCCE}" srcOrd="2" destOrd="0" presId="urn:microsoft.com/office/officeart/2018/2/layout/IconVerticalSolidList"/>
    <dgm:cxn modelId="{36D32581-CB3D-4FFA-BEC1-20C0473B50F8}" type="presParOf" srcId="{3069C59D-FED5-4BBF-8830-F581DE0B1C66}" destId="{6050B53B-BB3A-416F-A08E-322AAEB5275F}" srcOrd="3" destOrd="0" presId="urn:microsoft.com/office/officeart/2018/2/layout/IconVerticalSolidList"/>
    <dgm:cxn modelId="{BC09CB17-71C9-4B09-A735-F3CC0F60CB76}" type="presParOf" srcId="{80DD5073-6256-4717-B402-23C808D06F8E}" destId="{6F7C16AF-CEEA-4E3F-8BC0-E77D80D3B91B}" srcOrd="1" destOrd="0" presId="urn:microsoft.com/office/officeart/2018/2/layout/IconVerticalSolidList"/>
    <dgm:cxn modelId="{298CBC3A-4D5E-41E7-982F-CC0501D405B0}" type="presParOf" srcId="{80DD5073-6256-4717-B402-23C808D06F8E}" destId="{6424F2D3-6A2F-4EE4-8D4E-0C5C009D9EA1}" srcOrd="2" destOrd="0" presId="urn:microsoft.com/office/officeart/2018/2/layout/IconVerticalSolidList"/>
    <dgm:cxn modelId="{324AB49A-A909-4656-B309-DFA0E2846B3D}" type="presParOf" srcId="{6424F2D3-6A2F-4EE4-8D4E-0C5C009D9EA1}" destId="{9F85A769-D4A8-424D-90C3-2F0A31D2AFDC}" srcOrd="0" destOrd="0" presId="urn:microsoft.com/office/officeart/2018/2/layout/IconVerticalSolidList"/>
    <dgm:cxn modelId="{8D1B27DA-20EC-4CA6-83EF-CCD8F7BBC979}" type="presParOf" srcId="{6424F2D3-6A2F-4EE4-8D4E-0C5C009D9EA1}" destId="{8FC6E5F6-2650-4490-BA73-2AA1EEB6D39C}" srcOrd="1" destOrd="0" presId="urn:microsoft.com/office/officeart/2018/2/layout/IconVerticalSolidList"/>
    <dgm:cxn modelId="{3C4A2BC1-D7F9-4D97-9FC8-AE0C310C40E2}" type="presParOf" srcId="{6424F2D3-6A2F-4EE4-8D4E-0C5C009D9EA1}" destId="{71ABB538-4021-4401-8498-B4E95FD38EB6}" srcOrd="2" destOrd="0" presId="urn:microsoft.com/office/officeart/2018/2/layout/IconVerticalSolidList"/>
    <dgm:cxn modelId="{CED0C8B2-0EA5-4FAF-9E52-C6FE98A03497}" type="presParOf" srcId="{6424F2D3-6A2F-4EE4-8D4E-0C5C009D9EA1}" destId="{B2AFBC5F-011A-4D92-AA8E-4DA09B8725F3}" srcOrd="3" destOrd="0" presId="urn:microsoft.com/office/officeart/2018/2/layout/IconVerticalSolidList"/>
    <dgm:cxn modelId="{DF3CF566-9A45-431C-99D1-D660CC32503E}" type="presParOf" srcId="{80DD5073-6256-4717-B402-23C808D06F8E}" destId="{0CA09068-8E95-4DE9-84E0-9EFA694A8167}" srcOrd="3" destOrd="0" presId="urn:microsoft.com/office/officeart/2018/2/layout/IconVerticalSolidList"/>
    <dgm:cxn modelId="{29ADB8BB-BAC3-40FD-A59F-34434159134A}" type="presParOf" srcId="{80DD5073-6256-4717-B402-23C808D06F8E}" destId="{79142405-BCA8-43C7-A79F-F41D951E56F7}" srcOrd="4" destOrd="0" presId="urn:microsoft.com/office/officeart/2018/2/layout/IconVerticalSolidList"/>
    <dgm:cxn modelId="{26FE645A-A886-447D-983E-A8F2D45D8F39}" type="presParOf" srcId="{79142405-BCA8-43C7-A79F-F41D951E56F7}" destId="{31C16736-C03B-4452-AB0D-21C4597FFEED}" srcOrd="0" destOrd="0" presId="urn:microsoft.com/office/officeart/2018/2/layout/IconVerticalSolidList"/>
    <dgm:cxn modelId="{A3C11BBD-D994-4EB3-87E3-8622A071B9E3}" type="presParOf" srcId="{79142405-BCA8-43C7-A79F-F41D951E56F7}" destId="{E44A7D37-3DA9-417A-9FC1-1507D4007DF5}" srcOrd="1" destOrd="0" presId="urn:microsoft.com/office/officeart/2018/2/layout/IconVerticalSolidList"/>
    <dgm:cxn modelId="{4C45BAFC-C51E-4BED-86B8-719F49B2779D}" type="presParOf" srcId="{79142405-BCA8-43C7-A79F-F41D951E56F7}" destId="{9F94B72F-3DD6-47CE-AF4A-4249B0F87504}" srcOrd="2" destOrd="0" presId="urn:microsoft.com/office/officeart/2018/2/layout/IconVerticalSolidList"/>
    <dgm:cxn modelId="{38444BA9-B6F0-4F52-A576-10253380C4E8}" type="presParOf" srcId="{79142405-BCA8-43C7-A79F-F41D951E56F7}" destId="{F9E671FA-4E8D-40E1-87E1-D9A5718FE816}" srcOrd="3" destOrd="0" presId="urn:microsoft.com/office/officeart/2018/2/layout/IconVerticalSolidList"/>
    <dgm:cxn modelId="{A2532463-7258-4506-A93D-F07658B74B3C}" type="presParOf" srcId="{80DD5073-6256-4717-B402-23C808D06F8E}" destId="{192CE88A-56AE-4DFF-9F9E-9368389CCF83}" srcOrd="5" destOrd="0" presId="urn:microsoft.com/office/officeart/2018/2/layout/IconVerticalSolidList"/>
    <dgm:cxn modelId="{CB5AB482-67AC-4099-93EA-C8DDB9F9C8F0}" type="presParOf" srcId="{80DD5073-6256-4717-B402-23C808D06F8E}" destId="{73A76A18-0B13-49CE-86B1-CE460353CA01}" srcOrd="6" destOrd="0" presId="urn:microsoft.com/office/officeart/2018/2/layout/IconVerticalSolidList"/>
    <dgm:cxn modelId="{076FFCFD-5F5B-48B5-B5DB-9CD1BD3C477E}" type="presParOf" srcId="{73A76A18-0B13-49CE-86B1-CE460353CA01}" destId="{0E1CD6F2-C005-4BD7-B1FC-786F53968C93}" srcOrd="0" destOrd="0" presId="urn:microsoft.com/office/officeart/2018/2/layout/IconVerticalSolidList"/>
    <dgm:cxn modelId="{AEECCF95-0AE8-421B-8074-F94482FC569A}" type="presParOf" srcId="{73A76A18-0B13-49CE-86B1-CE460353CA01}" destId="{F3649AFA-2C69-4952-A312-1BE9EE86347D}" srcOrd="1" destOrd="0" presId="urn:microsoft.com/office/officeart/2018/2/layout/IconVerticalSolidList"/>
    <dgm:cxn modelId="{76055CD1-A1E9-466C-8203-445A4627B3ED}" type="presParOf" srcId="{73A76A18-0B13-49CE-86B1-CE460353CA01}" destId="{88F5A7A2-AA9C-492E-97C2-C37FEA16482C}" srcOrd="2" destOrd="0" presId="urn:microsoft.com/office/officeart/2018/2/layout/IconVerticalSolidList"/>
    <dgm:cxn modelId="{DFBA63B0-D20E-4E4D-B569-61E99FF0AF11}" type="presParOf" srcId="{73A76A18-0B13-49CE-86B1-CE460353CA01}" destId="{3A563DA5-9607-40AA-B037-83324ABAF710}" srcOrd="3" destOrd="0" presId="urn:microsoft.com/office/officeart/2018/2/layout/IconVerticalSolidList"/>
    <dgm:cxn modelId="{D563D6A1-EF26-4017-80BB-EB2996535432}" type="presParOf" srcId="{80DD5073-6256-4717-B402-23C808D06F8E}" destId="{76686786-9249-48BD-B36F-D20E9BEBB027}" srcOrd="7" destOrd="0" presId="urn:microsoft.com/office/officeart/2018/2/layout/IconVerticalSolidList"/>
    <dgm:cxn modelId="{8E8FBBD5-A3D0-488D-819B-8198F79564C6}" type="presParOf" srcId="{80DD5073-6256-4717-B402-23C808D06F8E}" destId="{6FD7B718-0EAE-43DA-8214-9BCD376901FE}" srcOrd="8" destOrd="0" presId="urn:microsoft.com/office/officeart/2018/2/layout/IconVerticalSolidList"/>
    <dgm:cxn modelId="{39D62560-5089-47A2-B614-55269A9A0AAA}" type="presParOf" srcId="{6FD7B718-0EAE-43DA-8214-9BCD376901FE}" destId="{F932A9FE-6B60-4BD9-B342-DDD91D3AF9CA}" srcOrd="0" destOrd="0" presId="urn:microsoft.com/office/officeart/2018/2/layout/IconVerticalSolidList"/>
    <dgm:cxn modelId="{2A16ADB6-812B-4CDD-8E59-34D21DBA39CB}" type="presParOf" srcId="{6FD7B718-0EAE-43DA-8214-9BCD376901FE}" destId="{6E85275E-BC82-436A-9B40-E71FF7315741}" srcOrd="1" destOrd="0" presId="urn:microsoft.com/office/officeart/2018/2/layout/IconVerticalSolidList"/>
    <dgm:cxn modelId="{1B55AF46-1EE3-4B26-9F84-86118305F053}" type="presParOf" srcId="{6FD7B718-0EAE-43DA-8214-9BCD376901FE}" destId="{DDB063FE-C035-44AA-A144-9F91BF75F1BD}" srcOrd="2" destOrd="0" presId="urn:microsoft.com/office/officeart/2018/2/layout/IconVerticalSolidList"/>
    <dgm:cxn modelId="{BB671364-BBDE-48DF-BF49-30F45EBD4929}" type="presParOf" srcId="{6FD7B718-0EAE-43DA-8214-9BCD376901FE}" destId="{4ABD2F66-FF05-423F-B613-BB8E5AE79CF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E768362-3FB7-4F46-9CD7-4D33A1FD8C76}" type="doc">
      <dgm:prSet loTypeId="urn:microsoft.com/office/officeart/2005/8/layout/vList2" loCatId="list" qsTypeId="urn:microsoft.com/office/officeart/2005/8/quickstyle/simple2#1" qsCatId="simple" csTypeId="urn:microsoft.com/office/officeart/2005/8/colors/colorful5#2" csCatId="colorful"/>
      <dgm:spPr/>
      <dgm:t>
        <a:bodyPr/>
        <a:lstStyle/>
        <a:p>
          <a:endParaRPr lang="en-US"/>
        </a:p>
      </dgm:t>
    </dgm:pt>
    <dgm:pt modelId="{892CC7C6-8E71-4E9C-88AE-719DD5E5F193}">
      <dgm:prSet/>
      <dgm:spPr/>
      <dgm:t>
        <a:bodyPr/>
        <a:lstStyle/>
        <a:p>
          <a:r>
            <a:rPr lang="en-US"/>
            <a:t>• Limpiar el formulario.</a:t>
          </a:r>
        </a:p>
      </dgm:t>
    </dgm:pt>
    <dgm:pt modelId="{4B0C4F43-563B-4D86-9959-C87377B8BCE4}" type="parTrans" cxnId="{159A9AEE-0879-491B-9303-A6CF21DD486A}">
      <dgm:prSet/>
      <dgm:spPr/>
      <dgm:t>
        <a:bodyPr/>
        <a:lstStyle/>
        <a:p>
          <a:endParaRPr lang="en-US"/>
        </a:p>
      </dgm:t>
    </dgm:pt>
    <dgm:pt modelId="{6FD10269-0D7B-4AB3-9908-35C27060993C}" type="sibTrans" cxnId="{159A9AEE-0879-491B-9303-A6CF21DD486A}">
      <dgm:prSet/>
      <dgm:spPr/>
      <dgm:t>
        <a:bodyPr/>
        <a:lstStyle/>
        <a:p>
          <a:endParaRPr lang="en-US"/>
        </a:p>
      </dgm:t>
    </dgm:pt>
    <dgm:pt modelId="{B4F55C77-8E9A-4A06-83A7-9949A429BDF0}">
      <dgm:prSet/>
      <dgm:spPr/>
      <dgm:t>
        <a:bodyPr/>
        <a:lstStyle/>
        <a:p>
          <a:r>
            <a:rPr lang="en-US"/>
            <a:t>• Seleccionar y mostrar una imagen de perfil.</a:t>
          </a:r>
        </a:p>
      </dgm:t>
    </dgm:pt>
    <dgm:pt modelId="{8EA18B14-3A3C-4C6C-A952-C7199BD2E55D}" type="parTrans" cxnId="{7FB69210-1A9D-492F-AB81-51F1599D67DB}">
      <dgm:prSet/>
      <dgm:spPr/>
      <dgm:t>
        <a:bodyPr/>
        <a:lstStyle/>
        <a:p>
          <a:endParaRPr lang="en-US"/>
        </a:p>
      </dgm:t>
    </dgm:pt>
    <dgm:pt modelId="{16037CBB-67E6-4495-A86E-C4701E78795A}" type="sibTrans" cxnId="{7FB69210-1A9D-492F-AB81-51F1599D67DB}">
      <dgm:prSet/>
      <dgm:spPr/>
      <dgm:t>
        <a:bodyPr/>
        <a:lstStyle/>
        <a:p>
          <a:endParaRPr lang="en-US"/>
        </a:p>
      </dgm:t>
    </dgm:pt>
    <dgm:pt modelId="{4CD66B47-CB80-4686-8996-E9BABB91B597}">
      <dgm:prSet/>
      <dgm:spPr/>
      <dgm:t>
        <a:bodyPr/>
        <a:lstStyle/>
        <a:p>
          <a:r>
            <a:rPr lang="en-US"/>
            <a:t>• Adjuntar un archivo al registro.</a:t>
          </a:r>
        </a:p>
      </dgm:t>
    </dgm:pt>
    <dgm:pt modelId="{2B723F55-050E-442B-97EF-9FDFEC9E9FEB}" type="parTrans" cxnId="{67FB1F4C-A0E0-4CE5-B113-AAAE13CF5488}">
      <dgm:prSet/>
      <dgm:spPr/>
      <dgm:t>
        <a:bodyPr/>
        <a:lstStyle/>
        <a:p>
          <a:endParaRPr lang="en-US"/>
        </a:p>
      </dgm:t>
    </dgm:pt>
    <dgm:pt modelId="{DB374B42-A5DF-40F4-BB9D-3A1FE2CF2186}" type="sibTrans" cxnId="{67FB1F4C-A0E0-4CE5-B113-AAAE13CF5488}">
      <dgm:prSet/>
      <dgm:spPr/>
      <dgm:t>
        <a:bodyPr/>
        <a:lstStyle/>
        <a:p>
          <a:endParaRPr lang="en-US"/>
        </a:p>
      </dgm:t>
    </dgm:pt>
    <dgm:pt modelId="{FE78011E-8287-4BEE-B5BD-E424AFD9A20E}">
      <dgm:prSet/>
      <dgm:spPr/>
      <dgm:t>
        <a:bodyPr/>
        <a:lstStyle/>
        <a:p>
          <a:r>
            <a:rPr lang="en-US"/>
            <a:t>• Registrar nuevos usuarios.</a:t>
          </a:r>
        </a:p>
      </dgm:t>
    </dgm:pt>
    <dgm:pt modelId="{4D68CF1F-5B71-44BC-B946-E9E264CA1C2E}" type="parTrans" cxnId="{545D916E-3135-4141-A2C1-C16B8C6C6AD1}">
      <dgm:prSet/>
      <dgm:spPr/>
      <dgm:t>
        <a:bodyPr/>
        <a:lstStyle/>
        <a:p>
          <a:endParaRPr lang="en-US"/>
        </a:p>
      </dgm:t>
    </dgm:pt>
    <dgm:pt modelId="{7060CCE4-10D6-4823-BFEC-48E58B1C5ECD}" type="sibTrans" cxnId="{545D916E-3135-4141-A2C1-C16B8C6C6AD1}">
      <dgm:prSet/>
      <dgm:spPr/>
      <dgm:t>
        <a:bodyPr/>
        <a:lstStyle/>
        <a:p>
          <a:endParaRPr lang="en-US"/>
        </a:p>
      </dgm:t>
    </dgm:pt>
    <dgm:pt modelId="{070F49FA-5A04-4889-84EA-35C2DC407D4B}">
      <dgm:prSet/>
      <dgm:spPr/>
      <dgm:t>
        <a:bodyPr/>
        <a:lstStyle/>
        <a:p>
          <a:r>
            <a:rPr lang="en-US"/>
            <a:t>• Mostrar los registros almacenados.</a:t>
          </a:r>
        </a:p>
      </dgm:t>
    </dgm:pt>
    <dgm:pt modelId="{DCBD0D84-8AF3-4E8F-BC86-3173FD257780}" type="parTrans" cxnId="{CB642E67-4DD9-4B00-8272-C31A34FBFE25}">
      <dgm:prSet/>
      <dgm:spPr/>
      <dgm:t>
        <a:bodyPr/>
        <a:lstStyle/>
        <a:p>
          <a:endParaRPr lang="en-US"/>
        </a:p>
      </dgm:t>
    </dgm:pt>
    <dgm:pt modelId="{78C50A07-9A65-4D60-AD21-E4338357EDA6}" type="sibTrans" cxnId="{CB642E67-4DD9-4B00-8272-C31A34FBFE25}">
      <dgm:prSet/>
      <dgm:spPr/>
      <dgm:t>
        <a:bodyPr/>
        <a:lstStyle/>
        <a:p>
          <a:endParaRPr lang="en-US"/>
        </a:p>
      </dgm:t>
    </dgm:pt>
    <dgm:pt modelId="{ABE5E3ED-3EEF-4962-8D52-69563E69ED74}">
      <dgm:prSet/>
      <dgm:spPr/>
      <dgm:t>
        <a:bodyPr/>
        <a:lstStyle/>
        <a:p>
          <a:r>
            <a:rPr lang="en-US"/>
            <a:t>• Seleccionar un registro para consultar o modificarlo.</a:t>
          </a:r>
        </a:p>
      </dgm:t>
    </dgm:pt>
    <dgm:pt modelId="{6421E8FA-91E2-49BC-9162-B2B156EFDB87}" type="parTrans" cxnId="{4164D0B9-C4CE-483A-A465-97CEF1C0E0A6}">
      <dgm:prSet/>
      <dgm:spPr/>
      <dgm:t>
        <a:bodyPr/>
        <a:lstStyle/>
        <a:p>
          <a:endParaRPr lang="en-US"/>
        </a:p>
      </dgm:t>
    </dgm:pt>
    <dgm:pt modelId="{C20E4830-AA2C-48C9-BF9A-48420C557D26}" type="sibTrans" cxnId="{4164D0B9-C4CE-483A-A465-97CEF1C0E0A6}">
      <dgm:prSet/>
      <dgm:spPr/>
      <dgm:t>
        <a:bodyPr/>
        <a:lstStyle/>
        <a:p>
          <a:endParaRPr lang="en-US"/>
        </a:p>
      </dgm:t>
    </dgm:pt>
    <dgm:pt modelId="{6A6B926E-036B-48D8-ABD3-A2DDCA2FBBF8}">
      <dgm:prSet/>
      <dgm:spPr/>
      <dgm:t>
        <a:bodyPr/>
        <a:lstStyle/>
        <a:p>
          <a:r>
            <a:rPr lang="en-US"/>
            <a:t>• Actualizar y eliminar usuarios.</a:t>
          </a:r>
        </a:p>
      </dgm:t>
    </dgm:pt>
    <dgm:pt modelId="{1E9B5884-0987-48E4-B284-A8B8632332D2}" type="parTrans" cxnId="{85F79CC3-656F-4D42-95A2-015C0B776C43}">
      <dgm:prSet/>
      <dgm:spPr/>
      <dgm:t>
        <a:bodyPr/>
        <a:lstStyle/>
        <a:p>
          <a:endParaRPr lang="en-US"/>
        </a:p>
      </dgm:t>
    </dgm:pt>
    <dgm:pt modelId="{4C059332-FCA2-4B11-8CB2-73D6E4B73B08}" type="sibTrans" cxnId="{85F79CC3-656F-4D42-95A2-015C0B776C43}">
      <dgm:prSet/>
      <dgm:spPr/>
      <dgm:t>
        <a:bodyPr/>
        <a:lstStyle/>
        <a:p>
          <a:endParaRPr lang="en-US"/>
        </a:p>
      </dgm:t>
    </dgm:pt>
    <dgm:pt modelId="{B06B7204-4783-46E9-BE27-03F964F0B154}">
      <dgm:prSet/>
      <dgm:spPr/>
      <dgm:t>
        <a:bodyPr/>
        <a:lstStyle/>
        <a:p>
          <a:r>
            <a:rPr lang="en-US"/>
            <a:t>• Buscar registros y utilizar las opciones del menú.</a:t>
          </a:r>
        </a:p>
      </dgm:t>
    </dgm:pt>
    <dgm:pt modelId="{D28DD951-83D4-4F77-A7D9-0D1B1ACAA2CA}" type="parTrans" cxnId="{24FB7527-42DE-4AB8-93C9-206AE5E60359}">
      <dgm:prSet/>
      <dgm:spPr/>
      <dgm:t>
        <a:bodyPr/>
        <a:lstStyle/>
        <a:p>
          <a:endParaRPr lang="en-US"/>
        </a:p>
      </dgm:t>
    </dgm:pt>
    <dgm:pt modelId="{9FB9D10C-8489-4737-A26B-6F6BCD774AA9}" type="sibTrans" cxnId="{24FB7527-42DE-4AB8-93C9-206AE5E60359}">
      <dgm:prSet/>
      <dgm:spPr/>
      <dgm:t>
        <a:bodyPr/>
        <a:lstStyle/>
        <a:p>
          <a:endParaRPr lang="en-US"/>
        </a:p>
      </dgm:t>
    </dgm:pt>
    <dgm:pt modelId="{155C50F1-B30B-4618-B4C3-019D6C60DB1D}" type="pres">
      <dgm:prSet presAssocID="{DE768362-3FB7-4F46-9CD7-4D33A1FD8C76}" presName="linear" presStyleCnt="0">
        <dgm:presLayoutVars>
          <dgm:animLvl val="lvl"/>
          <dgm:resizeHandles val="exact"/>
        </dgm:presLayoutVars>
      </dgm:prSet>
      <dgm:spPr/>
    </dgm:pt>
    <dgm:pt modelId="{237FAAD0-287F-4475-82D3-5472B7BAF7EB}" type="pres">
      <dgm:prSet presAssocID="{892CC7C6-8E71-4E9C-88AE-719DD5E5F193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72274649-E3CA-40F3-9A31-24C5EC03FADA}" type="pres">
      <dgm:prSet presAssocID="{6FD10269-0D7B-4AB3-9908-35C27060993C}" presName="spacer" presStyleCnt="0"/>
      <dgm:spPr/>
    </dgm:pt>
    <dgm:pt modelId="{A9A19D9D-69B7-498D-8BA8-9D0EE6E7B6CB}" type="pres">
      <dgm:prSet presAssocID="{B4F55C77-8E9A-4A06-83A7-9949A429BDF0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574E3675-9C24-4E03-BADC-A2869EA5E898}" type="pres">
      <dgm:prSet presAssocID="{16037CBB-67E6-4495-A86E-C4701E78795A}" presName="spacer" presStyleCnt="0"/>
      <dgm:spPr/>
    </dgm:pt>
    <dgm:pt modelId="{E1454B35-A4AE-4D45-9969-EDF310E3FA18}" type="pres">
      <dgm:prSet presAssocID="{4CD66B47-CB80-4686-8996-E9BABB91B597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3A0967AF-2BAA-44E9-8198-BB898B160230}" type="pres">
      <dgm:prSet presAssocID="{DB374B42-A5DF-40F4-BB9D-3A1FE2CF2186}" presName="spacer" presStyleCnt="0"/>
      <dgm:spPr/>
    </dgm:pt>
    <dgm:pt modelId="{3A7F43DF-6F2F-4C28-BF4A-0D175A89CAF3}" type="pres">
      <dgm:prSet presAssocID="{FE78011E-8287-4BEE-B5BD-E424AFD9A20E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5F21A3B1-2ADC-4941-8E65-A65B1EE35C4B}" type="pres">
      <dgm:prSet presAssocID="{7060CCE4-10D6-4823-BFEC-48E58B1C5ECD}" presName="spacer" presStyleCnt="0"/>
      <dgm:spPr/>
    </dgm:pt>
    <dgm:pt modelId="{B584851A-EA5B-41FF-8A2B-A091297CCE14}" type="pres">
      <dgm:prSet presAssocID="{070F49FA-5A04-4889-84EA-35C2DC407D4B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4041B512-B58F-4E74-B844-1C4C711B8F2E}" type="pres">
      <dgm:prSet presAssocID="{78C50A07-9A65-4D60-AD21-E4338357EDA6}" presName="spacer" presStyleCnt="0"/>
      <dgm:spPr/>
    </dgm:pt>
    <dgm:pt modelId="{98F0169E-DFB5-4116-BF3D-440AB23C260B}" type="pres">
      <dgm:prSet presAssocID="{ABE5E3ED-3EEF-4962-8D52-69563E69ED74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3386B09D-4DD6-4660-A252-2F52A28559CF}" type="pres">
      <dgm:prSet presAssocID="{C20E4830-AA2C-48C9-BF9A-48420C557D26}" presName="spacer" presStyleCnt="0"/>
      <dgm:spPr/>
    </dgm:pt>
    <dgm:pt modelId="{48D9F6A6-5984-402D-82C6-DA7460E0D68E}" type="pres">
      <dgm:prSet presAssocID="{6A6B926E-036B-48D8-ABD3-A2DDCA2FBBF8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DA5DA0B0-2BFE-4974-9A26-FE0032130932}" type="pres">
      <dgm:prSet presAssocID="{4C059332-FCA2-4B11-8CB2-73D6E4B73B08}" presName="spacer" presStyleCnt="0"/>
      <dgm:spPr/>
    </dgm:pt>
    <dgm:pt modelId="{73F132C2-9BCB-4D96-BF25-7B647768F7B4}" type="pres">
      <dgm:prSet presAssocID="{B06B7204-4783-46E9-BE27-03F964F0B154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A0B36206-2978-49B3-A8A7-39CCE014868D}" type="presOf" srcId="{DE768362-3FB7-4F46-9CD7-4D33A1FD8C76}" destId="{155C50F1-B30B-4618-B4C3-019D6C60DB1D}" srcOrd="0" destOrd="0" presId="urn:microsoft.com/office/officeart/2005/8/layout/vList2"/>
    <dgm:cxn modelId="{7FB69210-1A9D-492F-AB81-51F1599D67DB}" srcId="{DE768362-3FB7-4F46-9CD7-4D33A1FD8C76}" destId="{B4F55C77-8E9A-4A06-83A7-9949A429BDF0}" srcOrd="1" destOrd="0" parTransId="{8EA18B14-3A3C-4C6C-A952-C7199BD2E55D}" sibTransId="{16037CBB-67E6-4495-A86E-C4701E78795A}"/>
    <dgm:cxn modelId="{24FB7527-42DE-4AB8-93C9-206AE5E60359}" srcId="{DE768362-3FB7-4F46-9CD7-4D33A1FD8C76}" destId="{B06B7204-4783-46E9-BE27-03F964F0B154}" srcOrd="7" destOrd="0" parTransId="{D28DD951-83D4-4F77-A7D9-0D1B1ACAA2CA}" sibTransId="{9FB9D10C-8489-4737-A26B-6F6BCD774AA9}"/>
    <dgm:cxn modelId="{CB642E67-4DD9-4B00-8272-C31A34FBFE25}" srcId="{DE768362-3FB7-4F46-9CD7-4D33A1FD8C76}" destId="{070F49FA-5A04-4889-84EA-35C2DC407D4B}" srcOrd="4" destOrd="0" parTransId="{DCBD0D84-8AF3-4E8F-BC86-3173FD257780}" sibTransId="{78C50A07-9A65-4D60-AD21-E4338357EDA6}"/>
    <dgm:cxn modelId="{67FB1F4C-A0E0-4CE5-B113-AAAE13CF5488}" srcId="{DE768362-3FB7-4F46-9CD7-4D33A1FD8C76}" destId="{4CD66B47-CB80-4686-8996-E9BABB91B597}" srcOrd="2" destOrd="0" parTransId="{2B723F55-050E-442B-97EF-9FDFEC9E9FEB}" sibTransId="{DB374B42-A5DF-40F4-BB9D-3A1FE2CF2186}"/>
    <dgm:cxn modelId="{545D916E-3135-4141-A2C1-C16B8C6C6AD1}" srcId="{DE768362-3FB7-4F46-9CD7-4D33A1FD8C76}" destId="{FE78011E-8287-4BEE-B5BD-E424AFD9A20E}" srcOrd="3" destOrd="0" parTransId="{4D68CF1F-5B71-44BC-B946-E9E264CA1C2E}" sibTransId="{7060CCE4-10D6-4823-BFEC-48E58B1C5ECD}"/>
    <dgm:cxn modelId="{F03F0F76-39BD-4B7F-B7D9-A237EB26BF20}" type="presOf" srcId="{B06B7204-4783-46E9-BE27-03F964F0B154}" destId="{73F132C2-9BCB-4D96-BF25-7B647768F7B4}" srcOrd="0" destOrd="0" presId="urn:microsoft.com/office/officeart/2005/8/layout/vList2"/>
    <dgm:cxn modelId="{50CC195A-5967-4A0F-AB14-00009B94A572}" type="presOf" srcId="{4CD66B47-CB80-4686-8996-E9BABB91B597}" destId="{E1454B35-A4AE-4D45-9969-EDF310E3FA18}" srcOrd="0" destOrd="0" presId="urn:microsoft.com/office/officeart/2005/8/layout/vList2"/>
    <dgm:cxn modelId="{06154882-0902-456B-80DD-6272659A36AD}" type="presOf" srcId="{6A6B926E-036B-48D8-ABD3-A2DDCA2FBBF8}" destId="{48D9F6A6-5984-402D-82C6-DA7460E0D68E}" srcOrd="0" destOrd="0" presId="urn:microsoft.com/office/officeart/2005/8/layout/vList2"/>
    <dgm:cxn modelId="{59EF088E-917E-4AD6-953C-08B9B40D3A4B}" type="presOf" srcId="{070F49FA-5A04-4889-84EA-35C2DC407D4B}" destId="{B584851A-EA5B-41FF-8A2B-A091297CCE14}" srcOrd="0" destOrd="0" presId="urn:microsoft.com/office/officeart/2005/8/layout/vList2"/>
    <dgm:cxn modelId="{7A38EBB6-EB98-4DE7-95DE-34644247B37C}" type="presOf" srcId="{B4F55C77-8E9A-4A06-83A7-9949A429BDF0}" destId="{A9A19D9D-69B7-498D-8BA8-9D0EE6E7B6CB}" srcOrd="0" destOrd="0" presId="urn:microsoft.com/office/officeart/2005/8/layout/vList2"/>
    <dgm:cxn modelId="{0D41E3B8-A8FA-4843-A07D-58F42A076D32}" type="presOf" srcId="{892CC7C6-8E71-4E9C-88AE-719DD5E5F193}" destId="{237FAAD0-287F-4475-82D3-5472B7BAF7EB}" srcOrd="0" destOrd="0" presId="urn:microsoft.com/office/officeart/2005/8/layout/vList2"/>
    <dgm:cxn modelId="{4164D0B9-C4CE-483A-A465-97CEF1C0E0A6}" srcId="{DE768362-3FB7-4F46-9CD7-4D33A1FD8C76}" destId="{ABE5E3ED-3EEF-4962-8D52-69563E69ED74}" srcOrd="5" destOrd="0" parTransId="{6421E8FA-91E2-49BC-9162-B2B156EFDB87}" sibTransId="{C20E4830-AA2C-48C9-BF9A-48420C557D26}"/>
    <dgm:cxn modelId="{C5FF87BF-EFA0-4B45-9FA7-D9BF53BF5103}" type="presOf" srcId="{ABE5E3ED-3EEF-4962-8D52-69563E69ED74}" destId="{98F0169E-DFB5-4116-BF3D-440AB23C260B}" srcOrd="0" destOrd="0" presId="urn:microsoft.com/office/officeart/2005/8/layout/vList2"/>
    <dgm:cxn modelId="{85F79CC3-656F-4D42-95A2-015C0B776C43}" srcId="{DE768362-3FB7-4F46-9CD7-4D33A1FD8C76}" destId="{6A6B926E-036B-48D8-ABD3-A2DDCA2FBBF8}" srcOrd="6" destOrd="0" parTransId="{1E9B5884-0987-48E4-B284-A8B8632332D2}" sibTransId="{4C059332-FCA2-4B11-8CB2-73D6E4B73B08}"/>
    <dgm:cxn modelId="{F4EDD5C4-084D-4FD2-AA54-E78491E1EDC9}" type="presOf" srcId="{FE78011E-8287-4BEE-B5BD-E424AFD9A20E}" destId="{3A7F43DF-6F2F-4C28-BF4A-0D175A89CAF3}" srcOrd="0" destOrd="0" presId="urn:microsoft.com/office/officeart/2005/8/layout/vList2"/>
    <dgm:cxn modelId="{159A9AEE-0879-491B-9303-A6CF21DD486A}" srcId="{DE768362-3FB7-4F46-9CD7-4D33A1FD8C76}" destId="{892CC7C6-8E71-4E9C-88AE-719DD5E5F193}" srcOrd="0" destOrd="0" parTransId="{4B0C4F43-563B-4D86-9959-C87377B8BCE4}" sibTransId="{6FD10269-0D7B-4AB3-9908-35C27060993C}"/>
    <dgm:cxn modelId="{D0452FA1-EF62-4C1B-9816-ABCC815E1008}" type="presParOf" srcId="{155C50F1-B30B-4618-B4C3-019D6C60DB1D}" destId="{237FAAD0-287F-4475-82D3-5472B7BAF7EB}" srcOrd="0" destOrd="0" presId="urn:microsoft.com/office/officeart/2005/8/layout/vList2"/>
    <dgm:cxn modelId="{4F04E5DC-6022-42F9-A447-448B0A06D7A2}" type="presParOf" srcId="{155C50F1-B30B-4618-B4C3-019D6C60DB1D}" destId="{72274649-E3CA-40F3-9A31-24C5EC03FADA}" srcOrd="1" destOrd="0" presId="urn:microsoft.com/office/officeart/2005/8/layout/vList2"/>
    <dgm:cxn modelId="{475B156F-62A5-4E48-9851-17DA063C5BA0}" type="presParOf" srcId="{155C50F1-B30B-4618-B4C3-019D6C60DB1D}" destId="{A9A19D9D-69B7-498D-8BA8-9D0EE6E7B6CB}" srcOrd="2" destOrd="0" presId="urn:microsoft.com/office/officeart/2005/8/layout/vList2"/>
    <dgm:cxn modelId="{6F6AECA5-F5B2-4C5B-8C79-096BCBB464A0}" type="presParOf" srcId="{155C50F1-B30B-4618-B4C3-019D6C60DB1D}" destId="{574E3675-9C24-4E03-BADC-A2869EA5E898}" srcOrd="3" destOrd="0" presId="urn:microsoft.com/office/officeart/2005/8/layout/vList2"/>
    <dgm:cxn modelId="{A112B7D7-BCF9-4367-B5EB-5B64280E5772}" type="presParOf" srcId="{155C50F1-B30B-4618-B4C3-019D6C60DB1D}" destId="{E1454B35-A4AE-4D45-9969-EDF310E3FA18}" srcOrd="4" destOrd="0" presId="urn:microsoft.com/office/officeart/2005/8/layout/vList2"/>
    <dgm:cxn modelId="{7618AE3A-180A-4E5B-9B42-76AE37F4D8D6}" type="presParOf" srcId="{155C50F1-B30B-4618-B4C3-019D6C60DB1D}" destId="{3A0967AF-2BAA-44E9-8198-BB898B160230}" srcOrd="5" destOrd="0" presId="urn:microsoft.com/office/officeart/2005/8/layout/vList2"/>
    <dgm:cxn modelId="{DE1A3C11-0072-4712-881F-2B937B1C49DE}" type="presParOf" srcId="{155C50F1-B30B-4618-B4C3-019D6C60DB1D}" destId="{3A7F43DF-6F2F-4C28-BF4A-0D175A89CAF3}" srcOrd="6" destOrd="0" presId="urn:microsoft.com/office/officeart/2005/8/layout/vList2"/>
    <dgm:cxn modelId="{69CE731C-A6A8-4CBD-9260-614201D2F24E}" type="presParOf" srcId="{155C50F1-B30B-4618-B4C3-019D6C60DB1D}" destId="{5F21A3B1-2ADC-4941-8E65-A65B1EE35C4B}" srcOrd="7" destOrd="0" presId="urn:microsoft.com/office/officeart/2005/8/layout/vList2"/>
    <dgm:cxn modelId="{700DA958-4E1E-4EF6-ACDE-820BA2407386}" type="presParOf" srcId="{155C50F1-B30B-4618-B4C3-019D6C60DB1D}" destId="{B584851A-EA5B-41FF-8A2B-A091297CCE14}" srcOrd="8" destOrd="0" presId="urn:microsoft.com/office/officeart/2005/8/layout/vList2"/>
    <dgm:cxn modelId="{30B25234-7C77-4CBE-822E-3A2D702CF0BC}" type="presParOf" srcId="{155C50F1-B30B-4618-B4C3-019D6C60DB1D}" destId="{4041B512-B58F-4E74-B844-1C4C711B8F2E}" srcOrd="9" destOrd="0" presId="urn:microsoft.com/office/officeart/2005/8/layout/vList2"/>
    <dgm:cxn modelId="{2814FD71-43F5-4568-B947-82F0A8D97B13}" type="presParOf" srcId="{155C50F1-B30B-4618-B4C3-019D6C60DB1D}" destId="{98F0169E-DFB5-4116-BF3D-440AB23C260B}" srcOrd="10" destOrd="0" presId="urn:microsoft.com/office/officeart/2005/8/layout/vList2"/>
    <dgm:cxn modelId="{C139927A-A4DC-443E-861A-B1A49E2F4794}" type="presParOf" srcId="{155C50F1-B30B-4618-B4C3-019D6C60DB1D}" destId="{3386B09D-4DD6-4660-A252-2F52A28559CF}" srcOrd="11" destOrd="0" presId="urn:microsoft.com/office/officeart/2005/8/layout/vList2"/>
    <dgm:cxn modelId="{EBC6A6C2-E402-447E-80BA-D78A942016B5}" type="presParOf" srcId="{155C50F1-B30B-4618-B4C3-019D6C60DB1D}" destId="{48D9F6A6-5984-402D-82C6-DA7460E0D68E}" srcOrd="12" destOrd="0" presId="urn:microsoft.com/office/officeart/2005/8/layout/vList2"/>
    <dgm:cxn modelId="{F70FE794-F776-4CE5-BC2B-F3FD99665B87}" type="presParOf" srcId="{155C50F1-B30B-4618-B4C3-019D6C60DB1D}" destId="{DA5DA0B0-2BFE-4974-9A26-FE0032130932}" srcOrd="13" destOrd="0" presId="urn:microsoft.com/office/officeart/2005/8/layout/vList2"/>
    <dgm:cxn modelId="{90FA92F7-B2BA-4EFC-BE38-3494C0B0A6CF}" type="presParOf" srcId="{155C50F1-B30B-4618-B4C3-019D6C60DB1D}" destId="{73F132C2-9BCB-4D96-BF25-7B647768F7B4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68696EF-A961-4422-9A53-BB30DF202321}" type="doc">
      <dgm:prSet loTypeId="urn:microsoft.com/office/officeart/2018/2/layout/IconVerticalSolidList" loCatId="icon" qsTypeId="urn:microsoft.com/office/officeart/2005/8/quickstyle/simple1#32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C64AD8C-D3C8-4D3B-9F57-8BBD0431ADEB}">
      <dgm:prSet/>
      <dgm:spPr/>
      <dgm:t>
        <a:bodyPr/>
        <a:lstStyle/>
        <a:p>
          <a:r>
            <a:rPr lang="en-US"/>
            <a:t>• Comprobar que los campos obligatorios estén completos.</a:t>
          </a:r>
        </a:p>
      </dgm:t>
    </dgm:pt>
    <dgm:pt modelId="{10CE52DE-337F-4225-AE42-01DB1A9B4445}" type="parTrans" cxnId="{43670200-FA3D-4E68-8B90-3E28A389661A}">
      <dgm:prSet/>
      <dgm:spPr/>
      <dgm:t>
        <a:bodyPr/>
        <a:lstStyle/>
        <a:p>
          <a:endParaRPr lang="en-US"/>
        </a:p>
      </dgm:t>
    </dgm:pt>
    <dgm:pt modelId="{373D151B-6921-4864-B9EC-75C7EFD6154B}" type="sibTrans" cxnId="{43670200-FA3D-4E68-8B90-3E28A389661A}">
      <dgm:prSet/>
      <dgm:spPr/>
      <dgm:t>
        <a:bodyPr/>
        <a:lstStyle/>
        <a:p>
          <a:endParaRPr lang="en-US"/>
        </a:p>
      </dgm:t>
    </dgm:pt>
    <dgm:pt modelId="{EF639469-B9B5-4370-A49E-C930A2230953}">
      <dgm:prSet/>
      <dgm:spPr/>
      <dgm:t>
        <a:bodyPr/>
        <a:lstStyle/>
        <a:p>
          <a:r>
            <a:rPr lang="en-US"/>
            <a:t>• Verificar que exista un registro seleccionado antes de actualizar o eliminar.</a:t>
          </a:r>
        </a:p>
      </dgm:t>
    </dgm:pt>
    <dgm:pt modelId="{FA2F38B3-CE18-40D8-933C-9B19BE38BD6E}" type="parTrans" cxnId="{0440A133-FC3E-4416-B0CD-E09D788E7938}">
      <dgm:prSet/>
      <dgm:spPr/>
      <dgm:t>
        <a:bodyPr/>
        <a:lstStyle/>
        <a:p>
          <a:endParaRPr lang="en-US"/>
        </a:p>
      </dgm:t>
    </dgm:pt>
    <dgm:pt modelId="{9CA811C3-A633-4D89-A9E7-91149F2F354D}" type="sibTrans" cxnId="{0440A133-FC3E-4416-B0CD-E09D788E7938}">
      <dgm:prSet/>
      <dgm:spPr/>
      <dgm:t>
        <a:bodyPr/>
        <a:lstStyle/>
        <a:p>
          <a:endParaRPr lang="en-US"/>
        </a:p>
      </dgm:t>
    </dgm:pt>
    <dgm:pt modelId="{1316E82C-FFF6-4B3F-8842-AEE873C42574}">
      <dgm:prSet/>
      <dgm:spPr/>
      <dgm:t>
        <a:bodyPr/>
        <a:lstStyle/>
        <a:p>
          <a:r>
            <a:rPr lang="en-US"/>
            <a:t>• Solicitar confirmación antes de eliminar un usuario.</a:t>
          </a:r>
        </a:p>
      </dgm:t>
    </dgm:pt>
    <dgm:pt modelId="{00CD6509-6CFE-499D-A687-EA871ADC7D1D}" type="parTrans" cxnId="{5E26D90E-067F-418D-94E4-68E7DB85D9D3}">
      <dgm:prSet/>
      <dgm:spPr/>
      <dgm:t>
        <a:bodyPr/>
        <a:lstStyle/>
        <a:p>
          <a:endParaRPr lang="en-US"/>
        </a:p>
      </dgm:t>
    </dgm:pt>
    <dgm:pt modelId="{9134BEBF-62E3-4DBB-A2A7-DE3DA03A32D0}" type="sibTrans" cxnId="{5E26D90E-067F-418D-94E4-68E7DB85D9D3}">
      <dgm:prSet/>
      <dgm:spPr/>
      <dgm:t>
        <a:bodyPr/>
        <a:lstStyle/>
        <a:p>
          <a:endParaRPr lang="en-US"/>
        </a:p>
      </dgm:t>
    </dgm:pt>
    <dgm:pt modelId="{821BA77C-3F8C-42A1-B45D-4C8EA6791449}">
      <dgm:prSet/>
      <dgm:spPr/>
      <dgm:t>
        <a:bodyPr/>
        <a:lstStyle/>
        <a:p>
          <a:r>
            <a:rPr lang="en-US"/>
            <a:t>• Mostrar mensajes informativos o de advertencia al usuario.</a:t>
          </a:r>
        </a:p>
      </dgm:t>
    </dgm:pt>
    <dgm:pt modelId="{E1C770A2-8B7C-4205-8A19-D938A55D96EF}" type="parTrans" cxnId="{C0E9E66E-6479-4A36-A0E4-1DAE994B27F9}">
      <dgm:prSet/>
      <dgm:spPr/>
      <dgm:t>
        <a:bodyPr/>
        <a:lstStyle/>
        <a:p>
          <a:endParaRPr lang="en-US"/>
        </a:p>
      </dgm:t>
    </dgm:pt>
    <dgm:pt modelId="{01B355A8-E7AE-4F52-BFAA-4CC7DEEAF3B1}" type="sibTrans" cxnId="{C0E9E66E-6479-4A36-A0E4-1DAE994B27F9}">
      <dgm:prSet/>
      <dgm:spPr/>
      <dgm:t>
        <a:bodyPr/>
        <a:lstStyle/>
        <a:p>
          <a:endParaRPr lang="en-US"/>
        </a:p>
      </dgm:t>
    </dgm:pt>
    <dgm:pt modelId="{CD3DDEC4-FEA8-496E-B09C-50D211A116D3}" type="pres">
      <dgm:prSet presAssocID="{568696EF-A961-4422-9A53-BB30DF202321}" presName="root" presStyleCnt="0">
        <dgm:presLayoutVars>
          <dgm:dir/>
          <dgm:resizeHandles val="exact"/>
        </dgm:presLayoutVars>
      </dgm:prSet>
      <dgm:spPr/>
    </dgm:pt>
    <dgm:pt modelId="{45CB6F1C-E3E0-4426-BBAC-F83B91D31961}" type="pres">
      <dgm:prSet presAssocID="{AC64AD8C-D3C8-4D3B-9F57-8BBD0431ADEB}" presName="compNode" presStyleCnt="0"/>
      <dgm:spPr/>
    </dgm:pt>
    <dgm:pt modelId="{3692D8A0-215D-47F4-B66F-959928513DC3}" type="pres">
      <dgm:prSet presAssocID="{AC64AD8C-D3C8-4D3B-9F57-8BBD0431ADEB}" presName="bgRect" presStyleLbl="bgShp" presStyleIdx="0" presStyleCnt="4"/>
      <dgm:spPr/>
    </dgm:pt>
    <dgm:pt modelId="{5875FF20-1D0D-4222-A3B7-A70571780F51}" type="pres">
      <dgm:prSet presAssocID="{AC64AD8C-D3C8-4D3B-9F57-8BBD0431ADE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t Air Balloon"/>
        </a:ext>
      </dgm:extLst>
    </dgm:pt>
    <dgm:pt modelId="{C7A8ABCB-FA1E-41A4-A273-E1C3D75D61F8}" type="pres">
      <dgm:prSet presAssocID="{AC64AD8C-D3C8-4D3B-9F57-8BBD0431ADEB}" presName="spaceRect" presStyleCnt="0"/>
      <dgm:spPr/>
    </dgm:pt>
    <dgm:pt modelId="{6C3DF2D6-8576-4DAB-933B-6BDA5633899F}" type="pres">
      <dgm:prSet presAssocID="{AC64AD8C-D3C8-4D3B-9F57-8BBD0431ADEB}" presName="parTx" presStyleLbl="revTx" presStyleIdx="0" presStyleCnt="4">
        <dgm:presLayoutVars>
          <dgm:chMax val="0"/>
          <dgm:chPref val="0"/>
        </dgm:presLayoutVars>
      </dgm:prSet>
      <dgm:spPr/>
    </dgm:pt>
    <dgm:pt modelId="{F4522C76-0639-4F9F-BC9F-C8B3B04B266B}" type="pres">
      <dgm:prSet presAssocID="{373D151B-6921-4864-B9EC-75C7EFD6154B}" presName="sibTrans" presStyleCnt="0"/>
      <dgm:spPr/>
    </dgm:pt>
    <dgm:pt modelId="{A180A68D-C60F-4CD6-9871-3569294991DB}" type="pres">
      <dgm:prSet presAssocID="{EF639469-B9B5-4370-A49E-C930A2230953}" presName="compNode" presStyleCnt="0"/>
      <dgm:spPr/>
    </dgm:pt>
    <dgm:pt modelId="{C34B0C2F-C8CB-4D86-8A34-232A367D3A00}" type="pres">
      <dgm:prSet presAssocID="{EF639469-B9B5-4370-A49E-C930A2230953}" presName="bgRect" presStyleLbl="bgShp" presStyleIdx="1" presStyleCnt="4"/>
      <dgm:spPr/>
    </dgm:pt>
    <dgm:pt modelId="{D2460E82-6A90-4B14-9150-D89943EE6137}" type="pres">
      <dgm:prSet presAssocID="{EF639469-B9B5-4370-A49E-C930A223095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440C700B-6DF9-4BFE-B482-7B40BB08AC19}" type="pres">
      <dgm:prSet presAssocID="{EF639469-B9B5-4370-A49E-C930A2230953}" presName="spaceRect" presStyleCnt="0"/>
      <dgm:spPr/>
    </dgm:pt>
    <dgm:pt modelId="{87387B38-B13B-41FC-A7CA-54B4A0105EF7}" type="pres">
      <dgm:prSet presAssocID="{EF639469-B9B5-4370-A49E-C930A2230953}" presName="parTx" presStyleLbl="revTx" presStyleIdx="1" presStyleCnt="4">
        <dgm:presLayoutVars>
          <dgm:chMax val="0"/>
          <dgm:chPref val="0"/>
        </dgm:presLayoutVars>
      </dgm:prSet>
      <dgm:spPr/>
    </dgm:pt>
    <dgm:pt modelId="{B8971BCA-7E27-4F4F-B9FC-0858EF40E00F}" type="pres">
      <dgm:prSet presAssocID="{9CA811C3-A633-4D89-A9E7-91149F2F354D}" presName="sibTrans" presStyleCnt="0"/>
      <dgm:spPr/>
    </dgm:pt>
    <dgm:pt modelId="{0CC9C488-FAA2-4402-B92B-455BFE31087C}" type="pres">
      <dgm:prSet presAssocID="{1316E82C-FFF6-4B3F-8842-AEE873C42574}" presName="compNode" presStyleCnt="0"/>
      <dgm:spPr/>
    </dgm:pt>
    <dgm:pt modelId="{D8519DF3-97E4-4C40-B58A-2979987FF6EE}" type="pres">
      <dgm:prSet presAssocID="{1316E82C-FFF6-4B3F-8842-AEE873C42574}" presName="bgRect" presStyleLbl="bgShp" presStyleIdx="2" presStyleCnt="4"/>
      <dgm:spPr/>
    </dgm:pt>
    <dgm:pt modelId="{B4B08D23-F12D-46F8-B079-1DA5B657819A}" type="pres">
      <dgm:prSet presAssocID="{1316E82C-FFF6-4B3F-8842-AEE873C4257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pulsar"/>
        </a:ext>
      </dgm:extLst>
    </dgm:pt>
    <dgm:pt modelId="{C9FEB547-E8C5-4E3B-892E-892699E2C0FF}" type="pres">
      <dgm:prSet presAssocID="{1316E82C-FFF6-4B3F-8842-AEE873C42574}" presName="spaceRect" presStyleCnt="0"/>
      <dgm:spPr/>
    </dgm:pt>
    <dgm:pt modelId="{B3711820-0D0D-4332-A28B-921BDD9C93BD}" type="pres">
      <dgm:prSet presAssocID="{1316E82C-FFF6-4B3F-8842-AEE873C42574}" presName="parTx" presStyleLbl="revTx" presStyleIdx="2" presStyleCnt="4">
        <dgm:presLayoutVars>
          <dgm:chMax val="0"/>
          <dgm:chPref val="0"/>
        </dgm:presLayoutVars>
      </dgm:prSet>
      <dgm:spPr/>
    </dgm:pt>
    <dgm:pt modelId="{71D0F0BC-90AB-406B-859D-BAC3473F518A}" type="pres">
      <dgm:prSet presAssocID="{9134BEBF-62E3-4DBB-A2A7-DE3DA03A32D0}" presName="sibTrans" presStyleCnt="0"/>
      <dgm:spPr/>
    </dgm:pt>
    <dgm:pt modelId="{41A25CE6-48B2-4C62-BAAE-335C9B14A2C9}" type="pres">
      <dgm:prSet presAssocID="{821BA77C-3F8C-42A1-B45D-4C8EA6791449}" presName="compNode" presStyleCnt="0"/>
      <dgm:spPr/>
    </dgm:pt>
    <dgm:pt modelId="{850691E7-1F6C-4D6B-868A-3B6118C2BB6F}" type="pres">
      <dgm:prSet presAssocID="{821BA77C-3F8C-42A1-B45D-4C8EA6791449}" presName="bgRect" presStyleLbl="bgShp" presStyleIdx="3" presStyleCnt="4"/>
      <dgm:spPr/>
    </dgm:pt>
    <dgm:pt modelId="{C187AD6D-E38B-4709-920C-EB51183234F3}" type="pres">
      <dgm:prSet presAssocID="{821BA77C-3F8C-42A1-B45D-4C8EA679144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17D3EF85-26E4-4491-B02E-01F1EFF39925}" type="pres">
      <dgm:prSet presAssocID="{821BA77C-3F8C-42A1-B45D-4C8EA6791449}" presName="spaceRect" presStyleCnt="0"/>
      <dgm:spPr/>
    </dgm:pt>
    <dgm:pt modelId="{72C18436-3331-413A-9202-77864EE16A9A}" type="pres">
      <dgm:prSet presAssocID="{821BA77C-3F8C-42A1-B45D-4C8EA679144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3670200-FA3D-4E68-8B90-3E28A389661A}" srcId="{568696EF-A961-4422-9A53-BB30DF202321}" destId="{AC64AD8C-D3C8-4D3B-9F57-8BBD0431ADEB}" srcOrd="0" destOrd="0" parTransId="{10CE52DE-337F-4225-AE42-01DB1A9B4445}" sibTransId="{373D151B-6921-4864-B9EC-75C7EFD6154B}"/>
    <dgm:cxn modelId="{5E26D90E-067F-418D-94E4-68E7DB85D9D3}" srcId="{568696EF-A961-4422-9A53-BB30DF202321}" destId="{1316E82C-FFF6-4B3F-8842-AEE873C42574}" srcOrd="2" destOrd="0" parTransId="{00CD6509-6CFE-499D-A687-EA871ADC7D1D}" sibTransId="{9134BEBF-62E3-4DBB-A2A7-DE3DA03A32D0}"/>
    <dgm:cxn modelId="{0440A133-FC3E-4416-B0CD-E09D788E7938}" srcId="{568696EF-A961-4422-9A53-BB30DF202321}" destId="{EF639469-B9B5-4370-A49E-C930A2230953}" srcOrd="1" destOrd="0" parTransId="{FA2F38B3-CE18-40D8-933C-9B19BE38BD6E}" sibTransId="{9CA811C3-A633-4D89-A9E7-91149F2F354D}"/>
    <dgm:cxn modelId="{EFCC8A69-6E11-4E7E-8C12-B0125846CBF8}" type="presOf" srcId="{AC64AD8C-D3C8-4D3B-9F57-8BBD0431ADEB}" destId="{6C3DF2D6-8576-4DAB-933B-6BDA5633899F}" srcOrd="0" destOrd="0" presId="urn:microsoft.com/office/officeart/2018/2/layout/IconVerticalSolidList"/>
    <dgm:cxn modelId="{7288E34D-1691-47E1-8995-327F90AEC489}" type="presOf" srcId="{1316E82C-FFF6-4B3F-8842-AEE873C42574}" destId="{B3711820-0D0D-4332-A28B-921BDD9C93BD}" srcOrd="0" destOrd="0" presId="urn:microsoft.com/office/officeart/2018/2/layout/IconVerticalSolidList"/>
    <dgm:cxn modelId="{C0E9E66E-6479-4A36-A0E4-1DAE994B27F9}" srcId="{568696EF-A961-4422-9A53-BB30DF202321}" destId="{821BA77C-3F8C-42A1-B45D-4C8EA6791449}" srcOrd="3" destOrd="0" parTransId="{E1C770A2-8B7C-4205-8A19-D938A55D96EF}" sibTransId="{01B355A8-E7AE-4F52-BFAA-4CC7DEEAF3B1}"/>
    <dgm:cxn modelId="{6838058D-2434-4E2E-8139-FBE4AD5B830F}" type="presOf" srcId="{568696EF-A961-4422-9A53-BB30DF202321}" destId="{CD3DDEC4-FEA8-496E-B09C-50D211A116D3}" srcOrd="0" destOrd="0" presId="urn:microsoft.com/office/officeart/2018/2/layout/IconVerticalSolidList"/>
    <dgm:cxn modelId="{EE6A1890-2C64-45A7-A864-E76B8019741A}" type="presOf" srcId="{EF639469-B9B5-4370-A49E-C930A2230953}" destId="{87387B38-B13B-41FC-A7CA-54B4A0105EF7}" srcOrd="0" destOrd="0" presId="urn:microsoft.com/office/officeart/2018/2/layout/IconVerticalSolidList"/>
    <dgm:cxn modelId="{21C4CDE8-88E7-462C-95D0-BE1DACB9C1D1}" type="presOf" srcId="{821BA77C-3F8C-42A1-B45D-4C8EA6791449}" destId="{72C18436-3331-413A-9202-77864EE16A9A}" srcOrd="0" destOrd="0" presId="urn:microsoft.com/office/officeart/2018/2/layout/IconVerticalSolidList"/>
    <dgm:cxn modelId="{1A96362F-7FFF-4EE4-B6C6-197350470BF1}" type="presParOf" srcId="{CD3DDEC4-FEA8-496E-B09C-50D211A116D3}" destId="{45CB6F1C-E3E0-4426-BBAC-F83B91D31961}" srcOrd="0" destOrd="0" presId="urn:microsoft.com/office/officeart/2018/2/layout/IconVerticalSolidList"/>
    <dgm:cxn modelId="{62B59F04-30EA-4A1A-AE17-D2F5AFFC5311}" type="presParOf" srcId="{45CB6F1C-E3E0-4426-BBAC-F83B91D31961}" destId="{3692D8A0-215D-47F4-B66F-959928513DC3}" srcOrd="0" destOrd="0" presId="urn:microsoft.com/office/officeart/2018/2/layout/IconVerticalSolidList"/>
    <dgm:cxn modelId="{C7CF234F-55B3-40DC-B640-893E961FFAA9}" type="presParOf" srcId="{45CB6F1C-E3E0-4426-BBAC-F83B91D31961}" destId="{5875FF20-1D0D-4222-A3B7-A70571780F51}" srcOrd="1" destOrd="0" presId="urn:microsoft.com/office/officeart/2018/2/layout/IconVerticalSolidList"/>
    <dgm:cxn modelId="{60F92006-F966-468F-AA9F-337D2236FEB0}" type="presParOf" srcId="{45CB6F1C-E3E0-4426-BBAC-F83B91D31961}" destId="{C7A8ABCB-FA1E-41A4-A273-E1C3D75D61F8}" srcOrd="2" destOrd="0" presId="urn:microsoft.com/office/officeart/2018/2/layout/IconVerticalSolidList"/>
    <dgm:cxn modelId="{BEE7CE69-2A61-4E04-800C-C2A0D115467F}" type="presParOf" srcId="{45CB6F1C-E3E0-4426-BBAC-F83B91D31961}" destId="{6C3DF2D6-8576-4DAB-933B-6BDA5633899F}" srcOrd="3" destOrd="0" presId="urn:microsoft.com/office/officeart/2018/2/layout/IconVerticalSolidList"/>
    <dgm:cxn modelId="{C62F06A3-25B9-4F81-9CD1-247EF9311EC1}" type="presParOf" srcId="{CD3DDEC4-FEA8-496E-B09C-50D211A116D3}" destId="{F4522C76-0639-4F9F-BC9F-C8B3B04B266B}" srcOrd="1" destOrd="0" presId="urn:microsoft.com/office/officeart/2018/2/layout/IconVerticalSolidList"/>
    <dgm:cxn modelId="{7200457C-EF93-4C91-87EC-0D58F066B606}" type="presParOf" srcId="{CD3DDEC4-FEA8-496E-B09C-50D211A116D3}" destId="{A180A68D-C60F-4CD6-9871-3569294991DB}" srcOrd="2" destOrd="0" presId="urn:microsoft.com/office/officeart/2018/2/layout/IconVerticalSolidList"/>
    <dgm:cxn modelId="{305ED5A7-165C-4F1B-8F3E-E9BDD095750A}" type="presParOf" srcId="{A180A68D-C60F-4CD6-9871-3569294991DB}" destId="{C34B0C2F-C8CB-4D86-8A34-232A367D3A00}" srcOrd="0" destOrd="0" presId="urn:microsoft.com/office/officeart/2018/2/layout/IconVerticalSolidList"/>
    <dgm:cxn modelId="{93930A44-55F0-425F-95D4-DA42B81FCC43}" type="presParOf" srcId="{A180A68D-C60F-4CD6-9871-3569294991DB}" destId="{D2460E82-6A90-4B14-9150-D89943EE6137}" srcOrd="1" destOrd="0" presId="urn:microsoft.com/office/officeart/2018/2/layout/IconVerticalSolidList"/>
    <dgm:cxn modelId="{086330F2-5910-4EE4-B4AF-C86CF6B7010E}" type="presParOf" srcId="{A180A68D-C60F-4CD6-9871-3569294991DB}" destId="{440C700B-6DF9-4BFE-B482-7B40BB08AC19}" srcOrd="2" destOrd="0" presId="urn:microsoft.com/office/officeart/2018/2/layout/IconVerticalSolidList"/>
    <dgm:cxn modelId="{84D43E1D-CF0C-4293-B995-E8338EB2CC5F}" type="presParOf" srcId="{A180A68D-C60F-4CD6-9871-3569294991DB}" destId="{87387B38-B13B-41FC-A7CA-54B4A0105EF7}" srcOrd="3" destOrd="0" presId="urn:microsoft.com/office/officeart/2018/2/layout/IconVerticalSolidList"/>
    <dgm:cxn modelId="{428439C7-FD09-4AC3-BA30-C68B3658928A}" type="presParOf" srcId="{CD3DDEC4-FEA8-496E-B09C-50D211A116D3}" destId="{B8971BCA-7E27-4F4F-B9FC-0858EF40E00F}" srcOrd="3" destOrd="0" presId="urn:microsoft.com/office/officeart/2018/2/layout/IconVerticalSolidList"/>
    <dgm:cxn modelId="{7363D8B6-7AC0-48B9-8620-DB4E527BA1B0}" type="presParOf" srcId="{CD3DDEC4-FEA8-496E-B09C-50D211A116D3}" destId="{0CC9C488-FAA2-4402-B92B-455BFE31087C}" srcOrd="4" destOrd="0" presId="urn:microsoft.com/office/officeart/2018/2/layout/IconVerticalSolidList"/>
    <dgm:cxn modelId="{5D9A0DF5-8D40-41C1-94C9-FC9FD3867147}" type="presParOf" srcId="{0CC9C488-FAA2-4402-B92B-455BFE31087C}" destId="{D8519DF3-97E4-4C40-B58A-2979987FF6EE}" srcOrd="0" destOrd="0" presId="urn:microsoft.com/office/officeart/2018/2/layout/IconVerticalSolidList"/>
    <dgm:cxn modelId="{679FB8C6-E565-40ED-8971-0412BB6C7174}" type="presParOf" srcId="{0CC9C488-FAA2-4402-B92B-455BFE31087C}" destId="{B4B08D23-F12D-46F8-B079-1DA5B657819A}" srcOrd="1" destOrd="0" presId="urn:microsoft.com/office/officeart/2018/2/layout/IconVerticalSolidList"/>
    <dgm:cxn modelId="{BC2D933F-CFD5-4489-A30B-8CB5E01DB656}" type="presParOf" srcId="{0CC9C488-FAA2-4402-B92B-455BFE31087C}" destId="{C9FEB547-E8C5-4E3B-892E-892699E2C0FF}" srcOrd="2" destOrd="0" presId="urn:microsoft.com/office/officeart/2018/2/layout/IconVerticalSolidList"/>
    <dgm:cxn modelId="{13B92B25-5DF6-4CE5-8E24-9865016212AC}" type="presParOf" srcId="{0CC9C488-FAA2-4402-B92B-455BFE31087C}" destId="{B3711820-0D0D-4332-A28B-921BDD9C93BD}" srcOrd="3" destOrd="0" presId="urn:microsoft.com/office/officeart/2018/2/layout/IconVerticalSolidList"/>
    <dgm:cxn modelId="{D913563B-1DD9-4B0D-B4FF-49ABC7C57111}" type="presParOf" srcId="{CD3DDEC4-FEA8-496E-B09C-50D211A116D3}" destId="{71D0F0BC-90AB-406B-859D-BAC3473F518A}" srcOrd="5" destOrd="0" presId="urn:microsoft.com/office/officeart/2018/2/layout/IconVerticalSolidList"/>
    <dgm:cxn modelId="{F9598C71-058B-4582-9E11-BAD27B06E6B4}" type="presParOf" srcId="{CD3DDEC4-FEA8-496E-B09C-50D211A116D3}" destId="{41A25CE6-48B2-4C62-BAAE-335C9B14A2C9}" srcOrd="6" destOrd="0" presId="urn:microsoft.com/office/officeart/2018/2/layout/IconVerticalSolidList"/>
    <dgm:cxn modelId="{C1F05DBC-181B-49C2-BC00-EF6FEC1D0E0C}" type="presParOf" srcId="{41A25CE6-48B2-4C62-BAAE-335C9B14A2C9}" destId="{850691E7-1F6C-4D6B-868A-3B6118C2BB6F}" srcOrd="0" destOrd="0" presId="urn:microsoft.com/office/officeart/2018/2/layout/IconVerticalSolidList"/>
    <dgm:cxn modelId="{48F41098-1F44-480E-8C67-B41D18E5F623}" type="presParOf" srcId="{41A25CE6-48B2-4C62-BAAE-335C9B14A2C9}" destId="{C187AD6D-E38B-4709-920C-EB51183234F3}" srcOrd="1" destOrd="0" presId="urn:microsoft.com/office/officeart/2018/2/layout/IconVerticalSolidList"/>
    <dgm:cxn modelId="{CD353A6C-52CF-493C-AEB7-D5B0D4FFAA82}" type="presParOf" srcId="{41A25CE6-48B2-4C62-BAAE-335C9B14A2C9}" destId="{17D3EF85-26E4-4491-B02E-01F1EFF39925}" srcOrd="2" destOrd="0" presId="urn:microsoft.com/office/officeart/2018/2/layout/IconVerticalSolidList"/>
    <dgm:cxn modelId="{EAE8A49B-1B19-483E-ABFD-5CE3F90B36EB}" type="presParOf" srcId="{41A25CE6-48B2-4C62-BAAE-335C9B14A2C9}" destId="{72C18436-3331-413A-9202-77864EE16A9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9D7D7A2-3EF7-42E5-894F-E36D1227634F}" type="doc">
      <dgm:prSet loTypeId="urn:microsoft.com/office/officeart/2018/2/layout/IconVerticalSolidList" loCatId="icon" qsTypeId="urn:microsoft.com/office/officeart/2005/8/quickstyle/simple1#39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7DA3FA0-C2CD-4EC9-8DF8-CF138E51A2C0}">
      <dgm:prSet/>
      <dgm:spPr/>
      <dgm:t>
        <a:bodyPr/>
        <a:lstStyle/>
        <a:p>
          <a:r>
            <a:rPr lang="en-US"/>
            <a:t>• Se utiliza SQLite como sistema de almacenamiento.</a:t>
          </a:r>
        </a:p>
      </dgm:t>
    </dgm:pt>
    <dgm:pt modelId="{1B245C5A-5B8B-4F5E-9FF5-CE1F66A98E95}" type="parTrans" cxnId="{236E3CA8-CAB9-4C12-99E1-84D8C0117D31}">
      <dgm:prSet/>
      <dgm:spPr/>
      <dgm:t>
        <a:bodyPr/>
        <a:lstStyle/>
        <a:p>
          <a:endParaRPr lang="en-US"/>
        </a:p>
      </dgm:t>
    </dgm:pt>
    <dgm:pt modelId="{BB977DC2-7891-4A2A-A645-3FAD1CC910EE}" type="sibTrans" cxnId="{236E3CA8-CAB9-4C12-99E1-84D8C0117D31}">
      <dgm:prSet/>
      <dgm:spPr/>
      <dgm:t>
        <a:bodyPr/>
        <a:lstStyle/>
        <a:p>
          <a:endParaRPr lang="en-US"/>
        </a:p>
      </dgm:t>
    </dgm:pt>
    <dgm:pt modelId="{29381AA6-F660-449F-84FA-3EDF2985415C}">
      <dgm:prSet/>
      <dgm:spPr/>
      <dgm:t>
        <a:bodyPr/>
        <a:lstStyle/>
        <a:p>
          <a:r>
            <a:rPr lang="en-US"/>
            <a:t>• La base contiene una tabla destinada a los usuarios.</a:t>
          </a:r>
        </a:p>
      </dgm:t>
    </dgm:pt>
    <dgm:pt modelId="{A072ADE4-7347-42B9-BE6C-939F6BDEA6B6}" type="parTrans" cxnId="{059BF554-BF42-4046-B68D-DA133D9644EE}">
      <dgm:prSet/>
      <dgm:spPr/>
      <dgm:t>
        <a:bodyPr/>
        <a:lstStyle/>
        <a:p>
          <a:endParaRPr lang="en-US"/>
        </a:p>
      </dgm:t>
    </dgm:pt>
    <dgm:pt modelId="{063FC8DE-4137-4777-89E3-2AFBEC9F8559}" type="sibTrans" cxnId="{059BF554-BF42-4046-B68D-DA133D9644EE}">
      <dgm:prSet/>
      <dgm:spPr/>
      <dgm:t>
        <a:bodyPr/>
        <a:lstStyle/>
        <a:p>
          <a:endParaRPr lang="en-US"/>
        </a:p>
      </dgm:t>
    </dgm:pt>
    <dgm:pt modelId="{1CD299DE-8570-45DD-B55D-E9418A8857DA}">
      <dgm:prSet/>
      <dgm:spPr/>
      <dgm:t>
        <a:bodyPr/>
        <a:lstStyle/>
        <a:p>
          <a:r>
            <a:rPr lang="en-US"/>
            <a:t>• El ID funciona como identificador único y clave primaria.</a:t>
          </a:r>
        </a:p>
      </dgm:t>
    </dgm:pt>
    <dgm:pt modelId="{C099C8F0-8E72-451F-92E1-E99DD471DAC2}" type="parTrans" cxnId="{C52CCD78-4A24-4701-9317-307535009D00}">
      <dgm:prSet/>
      <dgm:spPr/>
      <dgm:t>
        <a:bodyPr/>
        <a:lstStyle/>
        <a:p>
          <a:endParaRPr lang="en-US"/>
        </a:p>
      </dgm:t>
    </dgm:pt>
    <dgm:pt modelId="{D4612C46-B293-4A67-BDBE-9C023155DE41}" type="sibTrans" cxnId="{C52CCD78-4A24-4701-9317-307535009D00}">
      <dgm:prSet/>
      <dgm:spPr/>
      <dgm:t>
        <a:bodyPr/>
        <a:lstStyle/>
        <a:p>
          <a:endParaRPr lang="en-US"/>
        </a:p>
      </dgm:t>
    </dgm:pt>
    <dgm:pt modelId="{5B239CC1-94E3-4BAF-B93D-A8EADA218956}">
      <dgm:prSet/>
      <dgm:spPr/>
      <dgm:t>
        <a:bodyPr/>
        <a:lstStyle/>
        <a:p>
          <a:r>
            <a:rPr lang="en-US"/>
            <a:t>• Los registros almacenan la información personal y complementaria del usuario.</a:t>
          </a:r>
        </a:p>
      </dgm:t>
    </dgm:pt>
    <dgm:pt modelId="{BA205901-F203-428D-A4D5-ECFE6F867690}" type="parTrans" cxnId="{53643303-3B31-411D-AFDB-7C325AE2DCBD}">
      <dgm:prSet/>
      <dgm:spPr/>
      <dgm:t>
        <a:bodyPr/>
        <a:lstStyle/>
        <a:p>
          <a:endParaRPr lang="en-US"/>
        </a:p>
      </dgm:t>
    </dgm:pt>
    <dgm:pt modelId="{8AD69929-A4E0-4796-8576-E49A9401B5E9}" type="sibTrans" cxnId="{53643303-3B31-411D-AFDB-7C325AE2DCBD}">
      <dgm:prSet/>
      <dgm:spPr/>
      <dgm:t>
        <a:bodyPr/>
        <a:lstStyle/>
        <a:p>
          <a:endParaRPr lang="en-US"/>
        </a:p>
      </dgm:t>
    </dgm:pt>
    <dgm:pt modelId="{455B3187-0D82-468C-9D5A-D913E4AEDB1B}" type="pres">
      <dgm:prSet presAssocID="{99D7D7A2-3EF7-42E5-894F-E36D1227634F}" presName="root" presStyleCnt="0">
        <dgm:presLayoutVars>
          <dgm:dir/>
          <dgm:resizeHandles val="exact"/>
        </dgm:presLayoutVars>
      </dgm:prSet>
      <dgm:spPr/>
    </dgm:pt>
    <dgm:pt modelId="{88AF66CD-D847-48E0-A149-D3EB8C4538F5}" type="pres">
      <dgm:prSet presAssocID="{17DA3FA0-C2CD-4EC9-8DF8-CF138E51A2C0}" presName="compNode" presStyleCnt="0"/>
      <dgm:spPr/>
    </dgm:pt>
    <dgm:pt modelId="{A04C8765-D9D0-4860-A214-0C0E2AF80610}" type="pres">
      <dgm:prSet presAssocID="{17DA3FA0-C2CD-4EC9-8DF8-CF138E51A2C0}" presName="bgRect" presStyleLbl="bgShp" presStyleIdx="0" presStyleCnt="4"/>
      <dgm:spPr/>
    </dgm:pt>
    <dgm:pt modelId="{406D227A-D298-4439-B2FA-FBBCA1458F61}" type="pres">
      <dgm:prSet presAssocID="{17DA3FA0-C2CD-4EC9-8DF8-CF138E51A2C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adora"/>
        </a:ext>
      </dgm:extLst>
    </dgm:pt>
    <dgm:pt modelId="{3886C9D1-515A-4735-BC91-A616283B2BE1}" type="pres">
      <dgm:prSet presAssocID="{17DA3FA0-C2CD-4EC9-8DF8-CF138E51A2C0}" presName="spaceRect" presStyleCnt="0"/>
      <dgm:spPr/>
    </dgm:pt>
    <dgm:pt modelId="{703E163B-269E-4C7E-81CC-058A515AF64D}" type="pres">
      <dgm:prSet presAssocID="{17DA3FA0-C2CD-4EC9-8DF8-CF138E51A2C0}" presName="parTx" presStyleLbl="revTx" presStyleIdx="0" presStyleCnt="4">
        <dgm:presLayoutVars>
          <dgm:chMax val="0"/>
          <dgm:chPref val="0"/>
        </dgm:presLayoutVars>
      </dgm:prSet>
      <dgm:spPr/>
    </dgm:pt>
    <dgm:pt modelId="{EAA5F181-8866-4440-832B-351389E6BE9F}" type="pres">
      <dgm:prSet presAssocID="{BB977DC2-7891-4A2A-A645-3FAD1CC910EE}" presName="sibTrans" presStyleCnt="0"/>
      <dgm:spPr/>
    </dgm:pt>
    <dgm:pt modelId="{EF41F3D2-21CB-49E9-8616-295383E9A2E2}" type="pres">
      <dgm:prSet presAssocID="{29381AA6-F660-449F-84FA-3EDF2985415C}" presName="compNode" presStyleCnt="0"/>
      <dgm:spPr/>
    </dgm:pt>
    <dgm:pt modelId="{1A0AD10F-C263-472A-BD2C-EE93CB7BE775}" type="pres">
      <dgm:prSet presAssocID="{29381AA6-F660-449F-84FA-3EDF2985415C}" presName="bgRect" presStyleLbl="bgShp" presStyleIdx="1" presStyleCnt="4"/>
      <dgm:spPr/>
    </dgm:pt>
    <dgm:pt modelId="{285D634E-92A6-425D-846B-EA43D241B393}" type="pres">
      <dgm:prSet presAssocID="{29381AA6-F660-449F-84FA-3EDF2985415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a"/>
        </a:ext>
      </dgm:extLst>
    </dgm:pt>
    <dgm:pt modelId="{6A6AE5F6-4861-47E8-BD52-8BA3F88FB28C}" type="pres">
      <dgm:prSet presAssocID="{29381AA6-F660-449F-84FA-3EDF2985415C}" presName="spaceRect" presStyleCnt="0"/>
      <dgm:spPr/>
    </dgm:pt>
    <dgm:pt modelId="{786DED9B-A764-4D57-8A4F-82F3FD94453C}" type="pres">
      <dgm:prSet presAssocID="{29381AA6-F660-449F-84FA-3EDF2985415C}" presName="parTx" presStyleLbl="revTx" presStyleIdx="1" presStyleCnt="4">
        <dgm:presLayoutVars>
          <dgm:chMax val="0"/>
          <dgm:chPref val="0"/>
        </dgm:presLayoutVars>
      </dgm:prSet>
      <dgm:spPr/>
    </dgm:pt>
    <dgm:pt modelId="{5225522C-C5F1-4425-860F-D1A697D5D71D}" type="pres">
      <dgm:prSet presAssocID="{063FC8DE-4137-4777-89E3-2AFBEC9F8559}" presName="sibTrans" presStyleCnt="0"/>
      <dgm:spPr/>
    </dgm:pt>
    <dgm:pt modelId="{2D696852-FA94-4313-A71B-549BF7BC6DA6}" type="pres">
      <dgm:prSet presAssocID="{1CD299DE-8570-45DD-B55D-E9418A8857DA}" presName="compNode" presStyleCnt="0"/>
      <dgm:spPr/>
    </dgm:pt>
    <dgm:pt modelId="{6BE9D5D9-2103-4BCA-A95C-A9ED94271B16}" type="pres">
      <dgm:prSet presAssocID="{1CD299DE-8570-45DD-B55D-E9418A8857DA}" presName="bgRect" presStyleLbl="bgShp" presStyleIdx="2" presStyleCnt="4"/>
      <dgm:spPr/>
    </dgm:pt>
    <dgm:pt modelId="{C428B6F8-DF0B-4007-8BC5-C6185EB9BBD2}" type="pres">
      <dgm:prSet presAssocID="{1CD299DE-8570-45DD-B55D-E9418A8857D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ve"/>
        </a:ext>
      </dgm:extLst>
    </dgm:pt>
    <dgm:pt modelId="{349F5EA5-553A-4AEE-831A-A5C14516EAFC}" type="pres">
      <dgm:prSet presAssocID="{1CD299DE-8570-45DD-B55D-E9418A8857DA}" presName="spaceRect" presStyleCnt="0"/>
      <dgm:spPr/>
    </dgm:pt>
    <dgm:pt modelId="{66ECF7EF-58A3-4A9B-A2C8-3D5E874E77AD}" type="pres">
      <dgm:prSet presAssocID="{1CD299DE-8570-45DD-B55D-E9418A8857DA}" presName="parTx" presStyleLbl="revTx" presStyleIdx="2" presStyleCnt="4">
        <dgm:presLayoutVars>
          <dgm:chMax val="0"/>
          <dgm:chPref val="0"/>
        </dgm:presLayoutVars>
      </dgm:prSet>
      <dgm:spPr/>
    </dgm:pt>
    <dgm:pt modelId="{41750847-BAB0-47C7-AB5C-F7D8239BAEEC}" type="pres">
      <dgm:prSet presAssocID="{D4612C46-B293-4A67-BDBE-9C023155DE41}" presName="sibTrans" presStyleCnt="0"/>
      <dgm:spPr/>
    </dgm:pt>
    <dgm:pt modelId="{11E1E13B-8260-407D-B7B1-BFF91ECCCDE6}" type="pres">
      <dgm:prSet presAssocID="{5B239CC1-94E3-4BAF-B93D-A8EADA218956}" presName="compNode" presStyleCnt="0"/>
      <dgm:spPr/>
    </dgm:pt>
    <dgm:pt modelId="{C855EABB-B344-4A78-9B0F-E9052D9AF2C2}" type="pres">
      <dgm:prSet presAssocID="{5B239CC1-94E3-4BAF-B93D-A8EADA218956}" presName="bgRect" presStyleLbl="bgShp" presStyleIdx="3" presStyleCnt="4"/>
      <dgm:spPr/>
    </dgm:pt>
    <dgm:pt modelId="{116471B4-9693-4D0D-AF68-03EDC7A994F2}" type="pres">
      <dgm:prSet presAssocID="{5B239CC1-94E3-4BAF-B93D-A8EADA21895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C5AC8C2E-1A31-4892-866C-8E61B4847B86}" type="pres">
      <dgm:prSet presAssocID="{5B239CC1-94E3-4BAF-B93D-A8EADA218956}" presName="spaceRect" presStyleCnt="0"/>
      <dgm:spPr/>
    </dgm:pt>
    <dgm:pt modelId="{1E4CDB0F-D676-4DD0-82B9-2E556D2EDFF9}" type="pres">
      <dgm:prSet presAssocID="{5B239CC1-94E3-4BAF-B93D-A8EADA21895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3643303-3B31-411D-AFDB-7C325AE2DCBD}" srcId="{99D7D7A2-3EF7-42E5-894F-E36D1227634F}" destId="{5B239CC1-94E3-4BAF-B93D-A8EADA218956}" srcOrd="3" destOrd="0" parTransId="{BA205901-F203-428D-A4D5-ECFE6F867690}" sibTransId="{8AD69929-A4E0-4796-8576-E49A9401B5E9}"/>
    <dgm:cxn modelId="{EB885232-7536-42DD-A294-E4F04E818F77}" type="presOf" srcId="{1CD299DE-8570-45DD-B55D-E9418A8857DA}" destId="{66ECF7EF-58A3-4A9B-A2C8-3D5E874E77AD}" srcOrd="0" destOrd="0" presId="urn:microsoft.com/office/officeart/2018/2/layout/IconVerticalSolidList"/>
    <dgm:cxn modelId="{851A984F-B4CC-4BF5-9A09-283E724B004D}" type="presOf" srcId="{17DA3FA0-C2CD-4EC9-8DF8-CF138E51A2C0}" destId="{703E163B-269E-4C7E-81CC-058A515AF64D}" srcOrd="0" destOrd="0" presId="urn:microsoft.com/office/officeart/2018/2/layout/IconVerticalSolidList"/>
    <dgm:cxn modelId="{059BF554-BF42-4046-B68D-DA133D9644EE}" srcId="{99D7D7A2-3EF7-42E5-894F-E36D1227634F}" destId="{29381AA6-F660-449F-84FA-3EDF2985415C}" srcOrd="1" destOrd="0" parTransId="{A072ADE4-7347-42B9-BE6C-939F6BDEA6B6}" sibTransId="{063FC8DE-4137-4777-89E3-2AFBEC9F8559}"/>
    <dgm:cxn modelId="{F8666E77-D38B-4777-B073-BB2E07A4B987}" type="presOf" srcId="{99D7D7A2-3EF7-42E5-894F-E36D1227634F}" destId="{455B3187-0D82-468C-9D5A-D913E4AEDB1B}" srcOrd="0" destOrd="0" presId="urn:microsoft.com/office/officeart/2018/2/layout/IconVerticalSolidList"/>
    <dgm:cxn modelId="{C52CCD78-4A24-4701-9317-307535009D00}" srcId="{99D7D7A2-3EF7-42E5-894F-E36D1227634F}" destId="{1CD299DE-8570-45DD-B55D-E9418A8857DA}" srcOrd="2" destOrd="0" parTransId="{C099C8F0-8E72-451F-92E1-E99DD471DAC2}" sibTransId="{D4612C46-B293-4A67-BDBE-9C023155DE41}"/>
    <dgm:cxn modelId="{02A75983-78AC-4F15-A9EE-278AD9AFF298}" type="presOf" srcId="{29381AA6-F660-449F-84FA-3EDF2985415C}" destId="{786DED9B-A764-4D57-8A4F-82F3FD94453C}" srcOrd="0" destOrd="0" presId="urn:microsoft.com/office/officeart/2018/2/layout/IconVerticalSolidList"/>
    <dgm:cxn modelId="{FC40DA89-17D4-45B3-993F-054D0C674F7C}" type="presOf" srcId="{5B239CC1-94E3-4BAF-B93D-A8EADA218956}" destId="{1E4CDB0F-D676-4DD0-82B9-2E556D2EDFF9}" srcOrd="0" destOrd="0" presId="urn:microsoft.com/office/officeart/2018/2/layout/IconVerticalSolidList"/>
    <dgm:cxn modelId="{236E3CA8-CAB9-4C12-99E1-84D8C0117D31}" srcId="{99D7D7A2-3EF7-42E5-894F-E36D1227634F}" destId="{17DA3FA0-C2CD-4EC9-8DF8-CF138E51A2C0}" srcOrd="0" destOrd="0" parTransId="{1B245C5A-5B8B-4F5E-9FF5-CE1F66A98E95}" sibTransId="{BB977DC2-7891-4A2A-A645-3FAD1CC910EE}"/>
    <dgm:cxn modelId="{86F5E0E0-1661-42E0-B0D8-5B5E90DAE288}" type="presParOf" srcId="{455B3187-0D82-468C-9D5A-D913E4AEDB1B}" destId="{88AF66CD-D847-48E0-A149-D3EB8C4538F5}" srcOrd="0" destOrd="0" presId="urn:microsoft.com/office/officeart/2018/2/layout/IconVerticalSolidList"/>
    <dgm:cxn modelId="{E9B46DA8-3391-4629-B7C1-75C260C14B0D}" type="presParOf" srcId="{88AF66CD-D847-48E0-A149-D3EB8C4538F5}" destId="{A04C8765-D9D0-4860-A214-0C0E2AF80610}" srcOrd="0" destOrd="0" presId="urn:microsoft.com/office/officeart/2018/2/layout/IconVerticalSolidList"/>
    <dgm:cxn modelId="{51AFC103-FB55-4C2C-8704-C27CB4B988D9}" type="presParOf" srcId="{88AF66CD-D847-48E0-A149-D3EB8C4538F5}" destId="{406D227A-D298-4439-B2FA-FBBCA1458F61}" srcOrd="1" destOrd="0" presId="urn:microsoft.com/office/officeart/2018/2/layout/IconVerticalSolidList"/>
    <dgm:cxn modelId="{F56468A0-67B5-425E-9FA1-1A9CEE5937C0}" type="presParOf" srcId="{88AF66CD-D847-48E0-A149-D3EB8C4538F5}" destId="{3886C9D1-515A-4735-BC91-A616283B2BE1}" srcOrd="2" destOrd="0" presId="urn:microsoft.com/office/officeart/2018/2/layout/IconVerticalSolidList"/>
    <dgm:cxn modelId="{201B2B64-CDE0-4EE0-A889-38BD02015383}" type="presParOf" srcId="{88AF66CD-D847-48E0-A149-D3EB8C4538F5}" destId="{703E163B-269E-4C7E-81CC-058A515AF64D}" srcOrd="3" destOrd="0" presId="urn:microsoft.com/office/officeart/2018/2/layout/IconVerticalSolidList"/>
    <dgm:cxn modelId="{0A8C8466-A4C5-4E8B-9613-D7372176EEAE}" type="presParOf" srcId="{455B3187-0D82-468C-9D5A-D913E4AEDB1B}" destId="{EAA5F181-8866-4440-832B-351389E6BE9F}" srcOrd="1" destOrd="0" presId="urn:microsoft.com/office/officeart/2018/2/layout/IconVerticalSolidList"/>
    <dgm:cxn modelId="{312F7EB0-BB12-4E81-8BCC-7B4246F6978A}" type="presParOf" srcId="{455B3187-0D82-468C-9D5A-D913E4AEDB1B}" destId="{EF41F3D2-21CB-49E9-8616-295383E9A2E2}" srcOrd="2" destOrd="0" presId="urn:microsoft.com/office/officeart/2018/2/layout/IconVerticalSolidList"/>
    <dgm:cxn modelId="{CDF77EC3-0DA1-4FE7-8E47-4D92356F0C88}" type="presParOf" srcId="{EF41F3D2-21CB-49E9-8616-295383E9A2E2}" destId="{1A0AD10F-C263-472A-BD2C-EE93CB7BE775}" srcOrd="0" destOrd="0" presId="urn:microsoft.com/office/officeart/2018/2/layout/IconVerticalSolidList"/>
    <dgm:cxn modelId="{7C2BBFFD-C4F0-4A6A-9EFC-40CD9C6D2490}" type="presParOf" srcId="{EF41F3D2-21CB-49E9-8616-295383E9A2E2}" destId="{285D634E-92A6-425D-846B-EA43D241B393}" srcOrd="1" destOrd="0" presId="urn:microsoft.com/office/officeart/2018/2/layout/IconVerticalSolidList"/>
    <dgm:cxn modelId="{A46F21C8-D916-4DA8-8F3B-F492DA798D41}" type="presParOf" srcId="{EF41F3D2-21CB-49E9-8616-295383E9A2E2}" destId="{6A6AE5F6-4861-47E8-BD52-8BA3F88FB28C}" srcOrd="2" destOrd="0" presId="urn:microsoft.com/office/officeart/2018/2/layout/IconVerticalSolidList"/>
    <dgm:cxn modelId="{F65FB620-BDBF-4B26-A612-95307BE54F3B}" type="presParOf" srcId="{EF41F3D2-21CB-49E9-8616-295383E9A2E2}" destId="{786DED9B-A764-4D57-8A4F-82F3FD94453C}" srcOrd="3" destOrd="0" presId="urn:microsoft.com/office/officeart/2018/2/layout/IconVerticalSolidList"/>
    <dgm:cxn modelId="{CFE0D06D-C805-40D7-AFDD-7DCFA4BCA207}" type="presParOf" srcId="{455B3187-0D82-468C-9D5A-D913E4AEDB1B}" destId="{5225522C-C5F1-4425-860F-D1A697D5D71D}" srcOrd="3" destOrd="0" presId="urn:microsoft.com/office/officeart/2018/2/layout/IconVerticalSolidList"/>
    <dgm:cxn modelId="{71CAFF9E-B663-4BCA-ABD6-C636EB927BC1}" type="presParOf" srcId="{455B3187-0D82-468C-9D5A-D913E4AEDB1B}" destId="{2D696852-FA94-4313-A71B-549BF7BC6DA6}" srcOrd="4" destOrd="0" presId="urn:microsoft.com/office/officeart/2018/2/layout/IconVerticalSolidList"/>
    <dgm:cxn modelId="{DB6C5E1F-4D03-47D9-AAF1-FBDFB1F282C1}" type="presParOf" srcId="{2D696852-FA94-4313-A71B-549BF7BC6DA6}" destId="{6BE9D5D9-2103-4BCA-A95C-A9ED94271B16}" srcOrd="0" destOrd="0" presId="urn:microsoft.com/office/officeart/2018/2/layout/IconVerticalSolidList"/>
    <dgm:cxn modelId="{4F2D332F-39B1-47DF-8005-3A7F9F327BE8}" type="presParOf" srcId="{2D696852-FA94-4313-A71B-549BF7BC6DA6}" destId="{C428B6F8-DF0B-4007-8BC5-C6185EB9BBD2}" srcOrd="1" destOrd="0" presId="urn:microsoft.com/office/officeart/2018/2/layout/IconVerticalSolidList"/>
    <dgm:cxn modelId="{FA6C9FB9-DC8E-4FD2-82B4-FA9DB999D955}" type="presParOf" srcId="{2D696852-FA94-4313-A71B-549BF7BC6DA6}" destId="{349F5EA5-553A-4AEE-831A-A5C14516EAFC}" srcOrd="2" destOrd="0" presId="urn:microsoft.com/office/officeart/2018/2/layout/IconVerticalSolidList"/>
    <dgm:cxn modelId="{F6BE3A60-432E-452C-9D02-F00ADA55DF8F}" type="presParOf" srcId="{2D696852-FA94-4313-A71B-549BF7BC6DA6}" destId="{66ECF7EF-58A3-4A9B-A2C8-3D5E874E77AD}" srcOrd="3" destOrd="0" presId="urn:microsoft.com/office/officeart/2018/2/layout/IconVerticalSolidList"/>
    <dgm:cxn modelId="{F2A573DC-F4B6-4105-BE0A-68B2B55892D9}" type="presParOf" srcId="{455B3187-0D82-468C-9D5A-D913E4AEDB1B}" destId="{41750847-BAB0-47C7-AB5C-F7D8239BAEEC}" srcOrd="5" destOrd="0" presId="urn:microsoft.com/office/officeart/2018/2/layout/IconVerticalSolidList"/>
    <dgm:cxn modelId="{083034C2-DFCD-4E87-BF08-5DFBD73F8E77}" type="presParOf" srcId="{455B3187-0D82-468C-9D5A-D913E4AEDB1B}" destId="{11E1E13B-8260-407D-B7B1-BFF91ECCCDE6}" srcOrd="6" destOrd="0" presId="urn:microsoft.com/office/officeart/2018/2/layout/IconVerticalSolidList"/>
    <dgm:cxn modelId="{85974954-12FE-44C5-B38E-70FBCC303604}" type="presParOf" srcId="{11E1E13B-8260-407D-B7B1-BFF91ECCCDE6}" destId="{C855EABB-B344-4A78-9B0F-E9052D9AF2C2}" srcOrd="0" destOrd="0" presId="urn:microsoft.com/office/officeart/2018/2/layout/IconVerticalSolidList"/>
    <dgm:cxn modelId="{C96BC223-EFEA-4205-AE83-DAF1BAD4F2B0}" type="presParOf" srcId="{11E1E13B-8260-407D-B7B1-BFF91ECCCDE6}" destId="{116471B4-9693-4D0D-AF68-03EDC7A994F2}" srcOrd="1" destOrd="0" presId="urn:microsoft.com/office/officeart/2018/2/layout/IconVerticalSolidList"/>
    <dgm:cxn modelId="{1AC7AC14-8999-428A-956A-896F53B4D06A}" type="presParOf" srcId="{11E1E13B-8260-407D-B7B1-BFF91ECCCDE6}" destId="{C5AC8C2E-1A31-4892-866C-8E61B4847B86}" srcOrd="2" destOrd="0" presId="urn:microsoft.com/office/officeart/2018/2/layout/IconVerticalSolidList"/>
    <dgm:cxn modelId="{818E0F5F-946D-4FCB-92C5-3F8FAF161781}" type="presParOf" srcId="{11E1E13B-8260-407D-B7B1-BFF91ECCCDE6}" destId="{1E4CDB0F-D676-4DD0-82B9-2E556D2EDFF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9B2CDCA-ADA4-48C8-8339-10C4BA3BA721}" type="doc">
      <dgm:prSet loTypeId="urn:microsoft.com/office/officeart/2018/2/layout/IconLabelList" loCatId="icon" qsTypeId="urn:microsoft.com/office/officeart/2005/8/quickstyle/simple1#49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87C0E67-416A-4DF2-8E1B-C8FF55747A26}">
      <dgm:prSet/>
      <dgm:spPr/>
      <dgm:t>
        <a:bodyPr/>
        <a:lstStyle/>
        <a:p>
          <a:r>
            <a:rPr lang="en-US"/>
            <a:t>• Aplicación de escritorio con formulario para gestionar usuarios.</a:t>
          </a:r>
        </a:p>
      </dgm:t>
    </dgm:pt>
    <dgm:pt modelId="{75BE0C0C-8AEF-4DA2-9012-A6C96788BAE0}" type="parTrans" cxnId="{F63B78C3-5D41-4367-B579-B9C884DA6F2A}">
      <dgm:prSet/>
      <dgm:spPr/>
      <dgm:t>
        <a:bodyPr/>
        <a:lstStyle/>
        <a:p>
          <a:endParaRPr lang="en-US"/>
        </a:p>
      </dgm:t>
    </dgm:pt>
    <dgm:pt modelId="{F508BD44-0FFD-49BC-BF0D-68C784A316A5}" type="sibTrans" cxnId="{F63B78C3-5D41-4367-B579-B9C884DA6F2A}">
      <dgm:prSet/>
      <dgm:spPr/>
      <dgm:t>
        <a:bodyPr/>
        <a:lstStyle/>
        <a:p>
          <a:endParaRPr lang="en-US"/>
        </a:p>
      </dgm:t>
    </dgm:pt>
    <dgm:pt modelId="{61FCA3CB-E9F6-48FB-ACA0-D12A3272B2BF}">
      <dgm:prSet/>
      <dgm:spPr/>
      <dgm:t>
        <a:bodyPr/>
        <a:lstStyle/>
        <a:p>
          <a:r>
            <a:rPr lang="en-US"/>
            <a:t>• Campos de entrada y selección para la información del registro.</a:t>
          </a:r>
        </a:p>
      </dgm:t>
    </dgm:pt>
    <dgm:pt modelId="{115E40DF-4EA3-4828-9796-680C85BE9AE2}" type="parTrans" cxnId="{048EF84C-850A-4C0C-ACB6-B3D0F6B226E8}">
      <dgm:prSet/>
      <dgm:spPr/>
      <dgm:t>
        <a:bodyPr/>
        <a:lstStyle/>
        <a:p>
          <a:endParaRPr lang="en-US"/>
        </a:p>
      </dgm:t>
    </dgm:pt>
    <dgm:pt modelId="{459399C5-1DD1-431F-A5AA-50AFF83F5DB5}" type="sibTrans" cxnId="{048EF84C-850A-4C0C-ACB6-B3D0F6B226E8}">
      <dgm:prSet/>
      <dgm:spPr/>
      <dgm:t>
        <a:bodyPr/>
        <a:lstStyle/>
        <a:p>
          <a:endParaRPr lang="en-US"/>
        </a:p>
      </dgm:t>
    </dgm:pt>
    <dgm:pt modelId="{59B8075D-1864-43F7-8F4D-85E9EF6D63D9}">
      <dgm:prSet/>
      <dgm:spPr/>
      <dgm:t>
        <a:bodyPr/>
        <a:lstStyle/>
        <a:p>
          <a:r>
            <a:rPr lang="en-US"/>
            <a:t>• Botones para las operaciones principales.</a:t>
          </a:r>
        </a:p>
      </dgm:t>
    </dgm:pt>
    <dgm:pt modelId="{719A9324-46D2-45BF-80DF-70428A54190C}" type="parTrans" cxnId="{B1301FD4-28DC-40D9-B71E-6BA924963B49}">
      <dgm:prSet/>
      <dgm:spPr/>
      <dgm:t>
        <a:bodyPr/>
        <a:lstStyle/>
        <a:p>
          <a:endParaRPr lang="en-US"/>
        </a:p>
      </dgm:t>
    </dgm:pt>
    <dgm:pt modelId="{260AA78C-37D6-4A79-9472-198D0AAE82E0}" type="sibTrans" cxnId="{B1301FD4-28DC-40D9-B71E-6BA924963B49}">
      <dgm:prSet/>
      <dgm:spPr/>
      <dgm:t>
        <a:bodyPr/>
        <a:lstStyle/>
        <a:p>
          <a:endParaRPr lang="en-US"/>
        </a:p>
      </dgm:t>
    </dgm:pt>
    <dgm:pt modelId="{006859E4-F327-4693-A7FD-ADBFA496BCDE}">
      <dgm:prSet/>
      <dgm:spPr/>
      <dgm:t>
        <a:bodyPr/>
        <a:lstStyle/>
        <a:p>
          <a:r>
            <a:rPr lang="en-US"/>
            <a:t>• Tabla Treeview para visualizar los registros.</a:t>
          </a:r>
        </a:p>
      </dgm:t>
    </dgm:pt>
    <dgm:pt modelId="{E873E826-B3A2-486B-8595-C33BA839843A}" type="parTrans" cxnId="{F59CC6F7-E2AC-4585-BC1E-2911D5699E5F}">
      <dgm:prSet/>
      <dgm:spPr/>
      <dgm:t>
        <a:bodyPr/>
        <a:lstStyle/>
        <a:p>
          <a:endParaRPr lang="en-US"/>
        </a:p>
      </dgm:t>
    </dgm:pt>
    <dgm:pt modelId="{6E4BD088-9652-4FCD-9A57-F4C21BF4FBC0}" type="sibTrans" cxnId="{F59CC6F7-E2AC-4585-BC1E-2911D5699E5F}">
      <dgm:prSet/>
      <dgm:spPr/>
      <dgm:t>
        <a:bodyPr/>
        <a:lstStyle/>
        <a:p>
          <a:endParaRPr lang="en-US"/>
        </a:p>
      </dgm:t>
    </dgm:pt>
    <dgm:pt modelId="{81C2310D-AD54-4327-ACFC-65FBCA6C038F}">
      <dgm:prSet/>
      <dgm:spPr/>
      <dgm:t>
        <a:bodyPr/>
        <a:lstStyle/>
        <a:p>
          <a:r>
            <a:rPr lang="en-US"/>
            <a:t>• Opciones de menú y elementos para imagen y archivo adjunto.</a:t>
          </a:r>
        </a:p>
      </dgm:t>
    </dgm:pt>
    <dgm:pt modelId="{7E0BE1DF-1EBE-454B-B9A6-16FD348FB2E7}" type="parTrans" cxnId="{6710299F-D54C-4448-80B8-602F39295C2A}">
      <dgm:prSet/>
      <dgm:spPr/>
      <dgm:t>
        <a:bodyPr/>
        <a:lstStyle/>
        <a:p>
          <a:endParaRPr lang="en-US"/>
        </a:p>
      </dgm:t>
    </dgm:pt>
    <dgm:pt modelId="{EC654DCB-D04D-43AB-A022-79EE77509978}" type="sibTrans" cxnId="{6710299F-D54C-4448-80B8-602F39295C2A}">
      <dgm:prSet/>
      <dgm:spPr/>
      <dgm:t>
        <a:bodyPr/>
        <a:lstStyle/>
        <a:p>
          <a:endParaRPr lang="en-US"/>
        </a:p>
      </dgm:t>
    </dgm:pt>
    <dgm:pt modelId="{7DBA43DC-E6AA-478F-AC7C-312200DBD3A6}" type="pres">
      <dgm:prSet presAssocID="{99B2CDCA-ADA4-48C8-8339-10C4BA3BA721}" presName="root" presStyleCnt="0">
        <dgm:presLayoutVars>
          <dgm:dir/>
          <dgm:resizeHandles val="exact"/>
        </dgm:presLayoutVars>
      </dgm:prSet>
      <dgm:spPr/>
    </dgm:pt>
    <dgm:pt modelId="{61FD8EB3-2A36-437A-B8AE-D6BB8824163C}" type="pres">
      <dgm:prSet presAssocID="{587C0E67-416A-4DF2-8E1B-C8FF55747A26}" presName="compNode" presStyleCnt="0"/>
      <dgm:spPr/>
    </dgm:pt>
    <dgm:pt modelId="{62BF6E74-0EB3-4079-BAAE-4B61CF8C0237}" type="pres">
      <dgm:prSet presAssocID="{587C0E67-416A-4DF2-8E1B-C8FF55747A26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8E0550D9-D297-4474-BF5E-1B829823211F}" type="pres">
      <dgm:prSet presAssocID="{587C0E67-416A-4DF2-8E1B-C8FF55747A26}" presName="spaceRect" presStyleCnt="0"/>
      <dgm:spPr/>
    </dgm:pt>
    <dgm:pt modelId="{004E2600-C402-4D28-AE42-E345A5F8E205}" type="pres">
      <dgm:prSet presAssocID="{587C0E67-416A-4DF2-8E1B-C8FF55747A26}" presName="textRect" presStyleLbl="revTx" presStyleIdx="0" presStyleCnt="5">
        <dgm:presLayoutVars>
          <dgm:chMax val="1"/>
          <dgm:chPref val="1"/>
        </dgm:presLayoutVars>
      </dgm:prSet>
      <dgm:spPr/>
    </dgm:pt>
    <dgm:pt modelId="{C312313F-AB29-4E6C-AD99-31567927701A}" type="pres">
      <dgm:prSet presAssocID="{F508BD44-0FFD-49BC-BF0D-68C784A316A5}" presName="sibTrans" presStyleCnt="0"/>
      <dgm:spPr/>
    </dgm:pt>
    <dgm:pt modelId="{31379E54-22DA-4FAA-B696-D4D5268264B1}" type="pres">
      <dgm:prSet presAssocID="{61FCA3CB-E9F6-48FB-ACA0-D12A3272B2BF}" presName="compNode" presStyleCnt="0"/>
      <dgm:spPr/>
    </dgm:pt>
    <dgm:pt modelId="{777A2196-37D3-46D8-9C21-81BF1255BBAA}" type="pres">
      <dgm:prSet presAssocID="{61FCA3CB-E9F6-48FB-ACA0-D12A3272B2BF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6E94789E-95F7-44E4-9CEE-3E636AE62D14}" type="pres">
      <dgm:prSet presAssocID="{61FCA3CB-E9F6-48FB-ACA0-D12A3272B2BF}" presName="spaceRect" presStyleCnt="0"/>
      <dgm:spPr/>
    </dgm:pt>
    <dgm:pt modelId="{CC364E71-6201-4485-A9D8-4ACFC4E7899D}" type="pres">
      <dgm:prSet presAssocID="{61FCA3CB-E9F6-48FB-ACA0-D12A3272B2BF}" presName="textRect" presStyleLbl="revTx" presStyleIdx="1" presStyleCnt="5">
        <dgm:presLayoutVars>
          <dgm:chMax val="1"/>
          <dgm:chPref val="1"/>
        </dgm:presLayoutVars>
      </dgm:prSet>
      <dgm:spPr/>
    </dgm:pt>
    <dgm:pt modelId="{AE2AACA9-F9F6-430E-93E7-C9C52A875A0A}" type="pres">
      <dgm:prSet presAssocID="{459399C5-1DD1-431F-A5AA-50AFF83F5DB5}" presName="sibTrans" presStyleCnt="0"/>
      <dgm:spPr/>
    </dgm:pt>
    <dgm:pt modelId="{6529D1B3-41F1-4EAE-A294-4E33983D3EC8}" type="pres">
      <dgm:prSet presAssocID="{59B8075D-1864-43F7-8F4D-85E9EF6D63D9}" presName="compNode" presStyleCnt="0"/>
      <dgm:spPr/>
    </dgm:pt>
    <dgm:pt modelId="{6A24E902-82F2-491E-BDB9-00D054BADC96}" type="pres">
      <dgm:prSet presAssocID="{59B8075D-1864-43F7-8F4D-85E9EF6D63D9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379FF56D-7BE8-4BB8-BA78-A8B367C4E67E}" type="pres">
      <dgm:prSet presAssocID="{59B8075D-1864-43F7-8F4D-85E9EF6D63D9}" presName="spaceRect" presStyleCnt="0"/>
      <dgm:spPr/>
    </dgm:pt>
    <dgm:pt modelId="{923D5B20-0B9A-40C9-B0D7-78BAA4CE916D}" type="pres">
      <dgm:prSet presAssocID="{59B8075D-1864-43F7-8F4D-85E9EF6D63D9}" presName="textRect" presStyleLbl="revTx" presStyleIdx="2" presStyleCnt="5">
        <dgm:presLayoutVars>
          <dgm:chMax val="1"/>
          <dgm:chPref val="1"/>
        </dgm:presLayoutVars>
      </dgm:prSet>
      <dgm:spPr/>
    </dgm:pt>
    <dgm:pt modelId="{FA00F2B5-4346-42EE-BDE8-88E68614510D}" type="pres">
      <dgm:prSet presAssocID="{260AA78C-37D6-4A79-9472-198D0AAE82E0}" presName="sibTrans" presStyleCnt="0"/>
      <dgm:spPr/>
    </dgm:pt>
    <dgm:pt modelId="{85DC06F4-F2A5-4DDF-8F5F-2203E880612C}" type="pres">
      <dgm:prSet presAssocID="{006859E4-F327-4693-A7FD-ADBFA496BCDE}" presName="compNode" presStyleCnt="0"/>
      <dgm:spPr/>
    </dgm:pt>
    <dgm:pt modelId="{25B51228-A6E0-43CA-A212-EF8B98D8A58A}" type="pres">
      <dgm:prSet presAssocID="{006859E4-F327-4693-A7FD-ADBFA496BCDE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35A220FF-6E84-46E2-8C6A-6A86560932B7}" type="pres">
      <dgm:prSet presAssocID="{006859E4-F327-4693-A7FD-ADBFA496BCDE}" presName="spaceRect" presStyleCnt="0"/>
      <dgm:spPr/>
    </dgm:pt>
    <dgm:pt modelId="{EC297EAE-436A-4CC9-95C7-0A712031D848}" type="pres">
      <dgm:prSet presAssocID="{006859E4-F327-4693-A7FD-ADBFA496BCDE}" presName="textRect" presStyleLbl="revTx" presStyleIdx="3" presStyleCnt="5">
        <dgm:presLayoutVars>
          <dgm:chMax val="1"/>
          <dgm:chPref val="1"/>
        </dgm:presLayoutVars>
      </dgm:prSet>
      <dgm:spPr/>
    </dgm:pt>
    <dgm:pt modelId="{905F60F3-E9CE-4D6B-827D-9EA589E50C8B}" type="pres">
      <dgm:prSet presAssocID="{6E4BD088-9652-4FCD-9A57-F4C21BF4FBC0}" presName="sibTrans" presStyleCnt="0"/>
      <dgm:spPr/>
    </dgm:pt>
    <dgm:pt modelId="{AB665EF3-DD5F-490E-9D72-EEA1A07126EF}" type="pres">
      <dgm:prSet presAssocID="{81C2310D-AD54-4327-ACFC-65FBCA6C038F}" presName="compNode" presStyleCnt="0"/>
      <dgm:spPr/>
    </dgm:pt>
    <dgm:pt modelId="{5D83118E-9469-477D-8CEF-CBDDF382C595}" type="pres">
      <dgm:prSet presAssocID="{81C2310D-AD54-4327-ACFC-65FBCA6C038F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peta"/>
        </a:ext>
      </dgm:extLst>
    </dgm:pt>
    <dgm:pt modelId="{E0D7BA5F-ADC3-405E-B79F-A567B52FC7EC}" type="pres">
      <dgm:prSet presAssocID="{81C2310D-AD54-4327-ACFC-65FBCA6C038F}" presName="spaceRect" presStyleCnt="0"/>
      <dgm:spPr/>
    </dgm:pt>
    <dgm:pt modelId="{C0D388AE-C748-4D6E-8716-A14F4079D048}" type="pres">
      <dgm:prSet presAssocID="{81C2310D-AD54-4327-ACFC-65FBCA6C038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E1F7C18-E3D2-442A-8487-7DDC59A25057}" type="presOf" srcId="{81C2310D-AD54-4327-ACFC-65FBCA6C038F}" destId="{C0D388AE-C748-4D6E-8716-A14F4079D048}" srcOrd="0" destOrd="0" presId="urn:microsoft.com/office/officeart/2018/2/layout/IconLabelList"/>
    <dgm:cxn modelId="{B7C6C324-1BB6-453E-A2C8-8F04BFBE2F37}" type="presOf" srcId="{587C0E67-416A-4DF2-8E1B-C8FF55747A26}" destId="{004E2600-C402-4D28-AE42-E345A5F8E205}" srcOrd="0" destOrd="0" presId="urn:microsoft.com/office/officeart/2018/2/layout/IconLabelList"/>
    <dgm:cxn modelId="{92A5844C-793E-4B14-A90D-7D68B774438E}" type="presOf" srcId="{59B8075D-1864-43F7-8F4D-85E9EF6D63D9}" destId="{923D5B20-0B9A-40C9-B0D7-78BAA4CE916D}" srcOrd="0" destOrd="0" presId="urn:microsoft.com/office/officeart/2018/2/layout/IconLabelList"/>
    <dgm:cxn modelId="{048EF84C-850A-4C0C-ACB6-B3D0F6B226E8}" srcId="{99B2CDCA-ADA4-48C8-8339-10C4BA3BA721}" destId="{61FCA3CB-E9F6-48FB-ACA0-D12A3272B2BF}" srcOrd="1" destOrd="0" parTransId="{115E40DF-4EA3-4828-9796-680C85BE9AE2}" sibTransId="{459399C5-1DD1-431F-A5AA-50AFF83F5DB5}"/>
    <dgm:cxn modelId="{6710299F-D54C-4448-80B8-602F39295C2A}" srcId="{99B2CDCA-ADA4-48C8-8339-10C4BA3BA721}" destId="{81C2310D-AD54-4327-ACFC-65FBCA6C038F}" srcOrd="4" destOrd="0" parTransId="{7E0BE1DF-1EBE-454B-B9A6-16FD348FB2E7}" sibTransId="{EC654DCB-D04D-43AB-A022-79EE77509978}"/>
    <dgm:cxn modelId="{573F4EAD-168F-4C11-804E-52F4616F62ED}" type="presOf" srcId="{006859E4-F327-4693-A7FD-ADBFA496BCDE}" destId="{EC297EAE-436A-4CC9-95C7-0A712031D848}" srcOrd="0" destOrd="0" presId="urn:microsoft.com/office/officeart/2018/2/layout/IconLabelList"/>
    <dgm:cxn modelId="{B01ADDB3-0EC8-4F97-AD47-616912A27331}" type="presOf" srcId="{99B2CDCA-ADA4-48C8-8339-10C4BA3BA721}" destId="{7DBA43DC-E6AA-478F-AC7C-312200DBD3A6}" srcOrd="0" destOrd="0" presId="urn:microsoft.com/office/officeart/2018/2/layout/IconLabelList"/>
    <dgm:cxn modelId="{F63B78C3-5D41-4367-B579-B9C884DA6F2A}" srcId="{99B2CDCA-ADA4-48C8-8339-10C4BA3BA721}" destId="{587C0E67-416A-4DF2-8E1B-C8FF55747A26}" srcOrd="0" destOrd="0" parTransId="{75BE0C0C-8AEF-4DA2-9012-A6C96788BAE0}" sibTransId="{F508BD44-0FFD-49BC-BF0D-68C784A316A5}"/>
    <dgm:cxn modelId="{6CFCF2C5-DE1D-48D5-9935-C685CDBA0CF3}" type="presOf" srcId="{61FCA3CB-E9F6-48FB-ACA0-D12A3272B2BF}" destId="{CC364E71-6201-4485-A9D8-4ACFC4E7899D}" srcOrd="0" destOrd="0" presId="urn:microsoft.com/office/officeart/2018/2/layout/IconLabelList"/>
    <dgm:cxn modelId="{B1301FD4-28DC-40D9-B71E-6BA924963B49}" srcId="{99B2CDCA-ADA4-48C8-8339-10C4BA3BA721}" destId="{59B8075D-1864-43F7-8F4D-85E9EF6D63D9}" srcOrd="2" destOrd="0" parTransId="{719A9324-46D2-45BF-80DF-70428A54190C}" sibTransId="{260AA78C-37D6-4A79-9472-198D0AAE82E0}"/>
    <dgm:cxn modelId="{F59CC6F7-E2AC-4585-BC1E-2911D5699E5F}" srcId="{99B2CDCA-ADA4-48C8-8339-10C4BA3BA721}" destId="{006859E4-F327-4693-A7FD-ADBFA496BCDE}" srcOrd="3" destOrd="0" parTransId="{E873E826-B3A2-486B-8595-C33BA839843A}" sibTransId="{6E4BD088-9652-4FCD-9A57-F4C21BF4FBC0}"/>
    <dgm:cxn modelId="{24C891FC-1A6C-40FD-9558-32B74C7A27A2}" type="presParOf" srcId="{7DBA43DC-E6AA-478F-AC7C-312200DBD3A6}" destId="{61FD8EB3-2A36-437A-B8AE-D6BB8824163C}" srcOrd="0" destOrd="0" presId="urn:microsoft.com/office/officeart/2018/2/layout/IconLabelList"/>
    <dgm:cxn modelId="{2D1ECCA6-C6D0-4A97-901E-FC209DF74BE0}" type="presParOf" srcId="{61FD8EB3-2A36-437A-B8AE-D6BB8824163C}" destId="{62BF6E74-0EB3-4079-BAAE-4B61CF8C0237}" srcOrd="0" destOrd="0" presId="urn:microsoft.com/office/officeart/2018/2/layout/IconLabelList"/>
    <dgm:cxn modelId="{6CB2F57A-9D1D-4F91-AB36-8C436AE21F1C}" type="presParOf" srcId="{61FD8EB3-2A36-437A-B8AE-D6BB8824163C}" destId="{8E0550D9-D297-4474-BF5E-1B829823211F}" srcOrd="1" destOrd="0" presId="urn:microsoft.com/office/officeart/2018/2/layout/IconLabelList"/>
    <dgm:cxn modelId="{66C83610-0844-4DD0-AB56-CF767303CD3E}" type="presParOf" srcId="{61FD8EB3-2A36-437A-B8AE-D6BB8824163C}" destId="{004E2600-C402-4D28-AE42-E345A5F8E205}" srcOrd="2" destOrd="0" presId="urn:microsoft.com/office/officeart/2018/2/layout/IconLabelList"/>
    <dgm:cxn modelId="{E1B6023E-2B11-4E05-A66C-9B818A5CF5ED}" type="presParOf" srcId="{7DBA43DC-E6AA-478F-AC7C-312200DBD3A6}" destId="{C312313F-AB29-4E6C-AD99-31567927701A}" srcOrd="1" destOrd="0" presId="urn:microsoft.com/office/officeart/2018/2/layout/IconLabelList"/>
    <dgm:cxn modelId="{1BF3EE40-331A-4E62-990F-1F259477A337}" type="presParOf" srcId="{7DBA43DC-E6AA-478F-AC7C-312200DBD3A6}" destId="{31379E54-22DA-4FAA-B696-D4D5268264B1}" srcOrd="2" destOrd="0" presId="urn:microsoft.com/office/officeart/2018/2/layout/IconLabelList"/>
    <dgm:cxn modelId="{27AE4B0D-9AD5-4E12-8926-AE7FC1864514}" type="presParOf" srcId="{31379E54-22DA-4FAA-B696-D4D5268264B1}" destId="{777A2196-37D3-46D8-9C21-81BF1255BBAA}" srcOrd="0" destOrd="0" presId="urn:microsoft.com/office/officeart/2018/2/layout/IconLabelList"/>
    <dgm:cxn modelId="{6278D196-3625-43D2-8ADC-3DF1EBD30697}" type="presParOf" srcId="{31379E54-22DA-4FAA-B696-D4D5268264B1}" destId="{6E94789E-95F7-44E4-9CEE-3E636AE62D14}" srcOrd="1" destOrd="0" presId="urn:microsoft.com/office/officeart/2018/2/layout/IconLabelList"/>
    <dgm:cxn modelId="{01788992-8083-4326-A66C-D4BCEB216FDE}" type="presParOf" srcId="{31379E54-22DA-4FAA-B696-D4D5268264B1}" destId="{CC364E71-6201-4485-A9D8-4ACFC4E7899D}" srcOrd="2" destOrd="0" presId="urn:microsoft.com/office/officeart/2018/2/layout/IconLabelList"/>
    <dgm:cxn modelId="{2DEBE8F5-8C02-442E-BBAE-AC86250AD8CD}" type="presParOf" srcId="{7DBA43DC-E6AA-478F-AC7C-312200DBD3A6}" destId="{AE2AACA9-F9F6-430E-93E7-C9C52A875A0A}" srcOrd="3" destOrd="0" presId="urn:microsoft.com/office/officeart/2018/2/layout/IconLabelList"/>
    <dgm:cxn modelId="{EFF9B159-D4D2-4A11-9824-D904A72D4D25}" type="presParOf" srcId="{7DBA43DC-E6AA-478F-AC7C-312200DBD3A6}" destId="{6529D1B3-41F1-4EAE-A294-4E33983D3EC8}" srcOrd="4" destOrd="0" presId="urn:microsoft.com/office/officeart/2018/2/layout/IconLabelList"/>
    <dgm:cxn modelId="{2941EE19-83B3-4442-8460-45B02B779E4E}" type="presParOf" srcId="{6529D1B3-41F1-4EAE-A294-4E33983D3EC8}" destId="{6A24E902-82F2-491E-BDB9-00D054BADC96}" srcOrd="0" destOrd="0" presId="urn:microsoft.com/office/officeart/2018/2/layout/IconLabelList"/>
    <dgm:cxn modelId="{8445A507-51CD-41C4-8052-CE15A848C738}" type="presParOf" srcId="{6529D1B3-41F1-4EAE-A294-4E33983D3EC8}" destId="{379FF56D-7BE8-4BB8-BA78-A8B367C4E67E}" srcOrd="1" destOrd="0" presId="urn:microsoft.com/office/officeart/2018/2/layout/IconLabelList"/>
    <dgm:cxn modelId="{EE3AC465-B24D-4FF4-848B-4B2A139974D3}" type="presParOf" srcId="{6529D1B3-41F1-4EAE-A294-4E33983D3EC8}" destId="{923D5B20-0B9A-40C9-B0D7-78BAA4CE916D}" srcOrd="2" destOrd="0" presId="urn:microsoft.com/office/officeart/2018/2/layout/IconLabelList"/>
    <dgm:cxn modelId="{8F659AA2-45AD-4725-9EBD-63C12B46D312}" type="presParOf" srcId="{7DBA43DC-E6AA-478F-AC7C-312200DBD3A6}" destId="{FA00F2B5-4346-42EE-BDE8-88E68614510D}" srcOrd="5" destOrd="0" presId="urn:microsoft.com/office/officeart/2018/2/layout/IconLabelList"/>
    <dgm:cxn modelId="{4A956B8D-70D9-45EE-9C58-768465E43769}" type="presParOf" srcId="{7DBA43DC-E6AA-478F-AC7C-312200DBD3A6}" destId="{85DC06F4-F2A5-4DDF-8F5F-2203E880612C}" srcOrd="6" destOrd="0" presId="urn:microsoft.com/office/officeart/2018/2/layout/IconLabelList"/>
    <dgm:cxn modelId="{9457AE56-B498-4DFD-BB8E-0F070045C71C}" type="presParOf" srcId="{85DC06F4-F2A5-4DDF-8F5F-2203E880612C}" destId="{25B51228-A6E0-43CA-A212-EF8B98D8A58A}" srcOrd="0" destOrd="0" presId="urn:microsoft.com/office/officeart/2018/2/layout/IconLabelList"/>
    <dgm:cxn modelId="{3004EDED-558D-4D4C-9DED-E4CD62300C09}" type="presParOf" srcId="{85DC06F4-F2A5-4DDF-8F5F-2203E880612C}" destId="{35A220FF-6E84-46E2-8C6A-6A86560932B7}" srcOrd="1" destOrd="0" presId="urn:microsoft.com/office/officeart/2018/2/layout/IconLabelList"/>
    <dgm:cxn modelId="{B1537A5E-C202-42B1-915C-794DD1391273}" type="presParOf" srcId="{85DC06F4-F2A5-4DDF-8F5F-2203E880612C}" destId="{EC297EAE-436A-4CC9-95C7-0A712031D848}" srcOrd="2" destOrd="0" presId="urn:microsoft.com/office/officeart/2018/2/layout/IconLabelList"/>
    <dgm:cxn modelId="{6CEBF129-0E4D-4B5A-ADCC-BDC381D435A9}" type="presParOf" srcId="{7DBA43DC-E6AA-478F-AC7C-312200DBD3A6}" destId="{905F60F3-E9CE-4D6B-827D-9EA589E50C8B}" srcOrd="7" destOrd="0" presId="urn:microsoft.com/office/officeart/2018/2/layout/IconLabelList"/>
    <dgm:cxn modelId="{AB6CED38-8FE5-4289-A8BF-CC0F6E551D9D}" type="presParOf" srcId="{7DBA43DC-E6AA-478F-AC7C-312200DBD3A6}" destId="{AB665EF3-DD5F-490E-9D72-EEA1A07126EF}" srcOrd="8" destOrd="0" presId="urn:microsoft.com/office/officeart/2018/2/layout/IconLabelList"/>
    <dgm:cxn modelId="{B3270E14-CC6B-472C-994E-7B1ACE4F24B9}" type="presParOf" srcId="{AB665EF3-DD5F-490E-9D72-EEA1A07126EF}" destId="{5D83118E-9469-477D-8CEF-CBDDF382C595}" srcOrd="0" destOrd="0" presId="urn:microsoft.com/office/officeart/2018/2/layout/IconLabelList"/>
    <dgm:cxn modelId="{4C1E019F-BE85-4D62-A629-88816D2D4EAD}" type="presParOf" srcId="{AB665EF3-DD5F-490E-9D72-EEA1A07126EF}" destId="{E0D7BA5F-ADC3-405E-B79F-A567B52FC7EC}" srcOrd="1" destOrd="0" presId="urn:microsoft.com/office/officeart/2018/2/layout/IconLabelList"/>
    <dgm:cxn modelId="{9147339C-2339-4BD1-8CD7-5E5140A47C7F}" type="presParOf" srcId="{AB665EF3-DD5F-490E-9D72-EEA1A07126EF}" destId="{C0D388AE-C748-4D6E-8716-A14F4079D04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45666CC-3E55-455C-8DD7-492758A720E5}" type="doc">
      <dgm:prSet loTypeId="urn:microsoft.com/office/officeart/2018/2/layout/IconVerticalSolidList" loCatId="icon" qsTypeId="urn:microsoft.com/office/officeart/2005/8/quickstyle/simple1#56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6A16533-A7B7-4F2E-97C9-D0CC30385BD9}">
      <dgm:prSet/>
      <dgm:spPr/>
      <dgm:t>
        <a:bodyPr/>
        <a:lstStyle/>
        <a:p>
          <a:r>
            <a:rPr lang="en-US"/>
            <a:t>• Python: lenguaje principal del proyecto.</a:t>
          </a:r>
        </a:p>
      </dgm:t>
    </dgm:pt>
    <dgm:pt modelId="{585B7B87-2198-48BA-8052-757E16B61217}" type="parTrans" cxnId="{9D06EB78-8891-49D8-94E3-EEB2C946BC2A}">
      <dgm:prSet/>
      <dgm:spPr/>
      <dgm:t>
        <a:bodyPr/>
        <a:lstStyle/>
        <a:p>
          <a:endParaRPr lang="en-US"/>
        </a:p>
      </dgm:t>
    </dgm:pt>
    <dgm:pt modelId="{652E402F-68CF-48C9-BD6E-3981B0E20C15}" type="sibTrans" cxnId="{9D06EB78-8891-49D8-94E3-EEB2C946BC2A}">
      <dgm:prSet/>
      <dgm:spPr/>
      <dgm:t>
        <a:bodyPr/>
        <a:lstStyle/>
        <a:p>
          <a:endParaRPr lang="en-US"/>
        </a:p>
      </dgm:t>
    </dgm:pt>
    <dgm:pt modelId="{3B4F56EA-C201-4143-A19F-77F6E68F94E0}">
      <dgm:prSet/>
      <dgm:spPr/>
      <dgm:t>
        <a:bodyPr/>
        <a:lstStyle/>
        <a:p>
          <a:r>
            <a:rPr lang="en-US"/>
            <a:t>• Tkinter: creación de la interfaz gráfica.</a:t>
          </a:r>
        </a:p>
      </dgm:t>
    </dgm:pt>
    <dgm:pt modelId="{7BD28430-CB30-4590-9BE6-E8120F5DD7C6}" type="parTrans" cxnId="{4589426D-0A2C-42F9-9147-70C6A6FEE612}">
      <dgm:prSet/>
      <dgm:spPr/>
      <dgm:t>
        <a:bodyPr/>
        <a:lstStyle/>
        <a:p>
          <a:endParaRPr lang="en-US"/>
        </a:p>
      </dgm:t>
    </dgm:pt>
    <dgm:pt modelId="{D863DFA5-34AD-485B-BA91-D0816862BC95}" type="sibTrans" cxnId="{4589426D-0A2C-42F9-9147-70C6A6FEE612}">
      <dgm:prSet/>
      <dgm:spPr/>
      <dgm:t>
        <a:bodyPr/>
        <a:lstStyle/>
        <a:p>
          <a:endParaRPr lang="en-US"/>
        </a:p>
      </dgm:t>
    </dgm:pt>
    <dgm:pt modelId="{278818EE-90D1-437B-BA65-059A6C01E508}">
      <dgm:prSet/>
      <dgm:spPr/>
      <dgm:t>
        <a:bodyPr/>
        <a:lstStyle/>
        <a:p>
          <a:r>
            <a:rPr lang="en-US"/>
            <a:t>• SQLite: almacenamiento de datos.</a:t>
          </a:r>
        </a:p>
      </dgm:t>
    </dgm:pt>
    <dgm:pt modelId="{58926F3F-0B27-4986-B383-405FF527E32C}" type="parTrans" cxnId="{23E60AF9-255B-4605-832B-88F41F68498E}">
      <dgm:prSet/>
      <dgm:spPr/>
      <dgm:t>
        <a:bodyPr/>
        <a:lstStyle/>
        <a:p>
          <a:endParaRPr lang="en-US"/>
        </a:p>
      </dgm:t>
    </dgm:pt>
    <dgm:pt modelId="{2FB3CC59-FF3B-49FC-8138-53B7D8B123ED}" type="sibTrans" cxnId="{23E60AF9-255B-4605-832B-88F41F68498E}">
      <dgm:prSet/>
      <dgm:spPr/>
      <dgm:t>
        <a:bodyPr/>
        <a:lstStyle/>
        <a:p>
          <a:endParaRPr lang="en-US"/>
        </a:p>
      </dgm:t>
    </dgm:pt>
    <dgm:pt modelId="{FD86E169-BEC0-44C5-8442-1DAE973436B0}">
      <dgm:prSet/>
      <dgm:spPr/>
      <dgm:t>
        <a:bodyPr/>
        <a:lstStyle/>
        <a:p>
          <a:r>
            <a:rPr lang="en-US"/>
            <a:t>• Pillow (PIL): procesamiento y visualización de imágenes.</a:t>
          </a:r>
        </a:p>
      </dgm:t>
    </dgm:pt>
    <dgm:pt modelId="{6CCCE308-841B-451F-8E75-540260F7BF10}" type="parTrans" cxnId="{91FD9599-6049-4EBD-8B0B-221FACB52AC3}">
      <dgm:prSet/>
      <dgm:spPr/>
      <dgm:t>
        <a:bodyPr/>
        <a:lstStyle/>
        <a:p>
          <a:endParaRPr lang="en-US"/>
        </a:p>
      </dgm:t>
    </dgm:pt>
    <dgm:pt modelId="{4B10EE69-A411-40DD-85A1-09AB23AC6B95}" type="sibTrans" cxnId="{91FD9599-6049-4EBD-8B0B-221FACB52AC3}">
      <dgm:prSet/>
      <dgm:spPr/>
      <dgm:t>
        <a:bodyPr/>
        <a:lstStyle/>
        <a:p>
          <a:endParaRPr lang="en-US"/>
        </a:p>
      </dgm:t>
    </dgm:pt>
    <dgm:pt modelId="{8170F0B2-6E2C-4689-9610-10F160D8F205}">
      <dgm:prSet/>
      <dgm:spPr/>
      <dgm:t>
        <a:bodyPr/>
        <a:lstStyle/>
        <a:p>
          <a:r>
            <a:rPr lang="en-US"/>
            <a:t>• Pathlib: manejo de rutas de archivos.</a:t>
          </a:r>
        </a:p>
      </dgm:t>
    </dgm:pt>
    <dgm:pt modelId="{ABFF5742-D8E4-4B75-AE8E-A9A5F2FDCA52}" type="parTrans" cxnId="{1BA8ABA5-F62B-4B24-B274-92747993F091}">
      <dgm:prSet/>
      <dgm:spPr/>
      <dgm:t>
        <a:bodyPr/>
        <a:lstStyle/>
        <a:p>
          <a:endParaRPr lang="en-US"/>
        </a:p>
      </dgm:t>
    </dgm:pt>
    <dgm:pt modelId="{D1A9C46E-735F-4194-AFF2-CA677608A0E9}" type="sibTrans" cxnId="{1BA8ABA5-F62B-4B24-B274-92747993F091}">
      <dgm:prSet/>
      <dgm:spPr/>
      <dgm:t>
        <a:bodyPr/>
        <a:lstStyle/>
        <a:p>
          <a:endParaRPr lang="en-US"/>
        </a:p>
      </dgm:t>
    </dgm:pt>
    <dgm:pt modelId="{079E9DD6-5CA9-4070-B721-C751B1E5F165}" type="pres">
      <dgm:prSet presAssocID="{D45666CC-3E55-455C-8DD7-492758A720E5}" presName="root" presStyleCnt="0">
        <dgm:presLayoutVars>
          <dgm:dir/>
          <dgm:resizeHandles val="exact"/>
        </dgm:presLayoutVars>
      </dgm:prSet>
      <dgm:spPr/>
    </dgm:pt>
    <dgm:pt modelId="{4DABA984-BA77-48C3-AA45-1D74DD9E145B}" type="pres">
      <dgm:prSet presAssocID="{B6A16533-A7B7-4F2E-97C9-D0CC30385BD9}" presName="compNode" presStyleCnt="0"/>
      <dgm:spPr/>
    </dgm:pt>
    <dgm:pt modelId="{01A60E89-77A8-4E93-B530-8B698B6A85BF}" type="pres">
      <dgm:prSet presAssocID="{B6A16533-A7B7-4F2E-97C9-D0CC30385BD9}" presName="bgRect" presStyleLbl="bgShp" presStyleIdx="0" presStyleCnt="5"/>
      <dgm:spPr/>
    </dgm:pt>
    <dgm:pt modelId="{18F8A504-9E03-4296-900D-0FEBDE97B44A}" type="pres">
      <dgm:prSet presAssocID="{B6A16533-A7B7-4F2E-97C9-D0CC30385BD9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adora"/>
        </a:ext>
      </dgm:extLst>
    </dgm:pt>
    <dgm:pt modelId="{FA44691A-E325-48E0-9CE4-6BF9C481422E}" type="pres">
      <dgm:prSet presAssocID="{B6A16533-A7B7-4F2E-97C9-D0CC30385BD9}" presName="spaceRect" presStyleCnt="0"/>
      <dgm:spPr/>
    </dgm:pt>
    <dgm:pt modelId="{F869A18D-8909-4437-AE9F-79AC5C6A8022}" type="pres">
      <dgm:prSet presAssocID="{B6A16533-A7B7-4F2E-97C9-D0CC30385BD9}" presName="parTx" presStyleLbl="revTx" presStyleIdx="0" presStyleCnt="5">
        <dgm:presLayoutVars>
          <dgm:chMax val="0"/>
          <dgm:chPref val="0"/>
        </dgm:presLayoutVars>
      </dgm:prSet>
      <dgm:spPr/>
    </dgm:pt>
    <dgm:pt modelId="{B934F399-D405-48C3-89B4-8D57B02608A7}" type="pres">
      <dgm:prSet presAssocID="{652E402F-68CF-48C9-BD6E-3981B0E20C15}" presName="sibTrans" presStyleCnt="0"/>
      <dgm:spPr/>
    </dgm:pt>
    <dgm:pt modelId="{0ADBB04D-CC87-4DAC-9501-C80064C39D77}" type="pres">
      <dgm:prSet presAssocID="{3B4F56EA-C201-4143-A19F-77F6E68F94E0}" presName="compNode" presStyleCnt="0"/>
      <dgm:spPr/>
    </dgm:pt>
    <dgm:pt modelId="{2FDC0599-543B-47CF-957B-06E7C4E41A6C}" type="pres">
      <dgm:prSet presAssocID="{3B4F56EA-C201-4143-A19F-77F6E68F94E0}" presName="bgRect" presStyleLbl="bgShp" presStyleIdx="1" presStyleCnt="5"/>
      <dgm:spPr/>
    </dgm:pt>
    <dgm:pt modelId="{2A85F406-8644-483E-BE99-03D734ADC5E7}" type="pres">
      <dgm:prSet presAssocID="{3B4F56EA-C201-4143-A19F-77F6E68F94E0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dísticas"/>
        </a:ext>
      </dgm:extLst>
    </dgm:pt>
    <dgm:pt modelId="{4CF6FE12-0513-4A50-9B06-121E5A03CE16}" type="pres">
      <dgm:prSet presAssocID="{3B4F56EA-C201-4143-A19F-77F6E68F94E0}" presName="spaceRect" presStyleCnt="0"/>
      <dgm:spPr/>
    </dgm:pt>
    <dgm:pt modelId="{18102470-522D-447C-8CD0-6497DBECDE86}" type="pres">
      <dgm:prSet presAssocID="{3B4F56EA-C201-4143-A19F-77F6E68F94E0}" presName="parTx" presStyleLbl="revTx" presStyleIdx="1" presStyleCnt="5">
        <dgm:presLayoutVars>
          <dgm:chMax val="0"/>
          <dgm:chPref val="0"/>
        </dgm:presLayoutVars>
      </dgm:prSet>
      <dgm:spPr/>
    </dgm:pt>
    <dgm:pt modelId="{6C00F6FC-7303-4345-8BCB-057113795F1A}" type="pres">
      <dgm:prSet presAssocID="{D863DFA5-34AD-485B-BA91-D0816862BC95}" presName="sibTrans" presStyleCnt="0"/>
      <dgm:spPr/>
    </dgm:pt>
    <dgm:pt modelId="{4E2FE6EA-A609-4A46-8138-82FD86E7DE21}" type="pres">
      <dgm:prSet presAssocID="{278818EE-90D1-437B-BA65-059A6C01E508}" presName="compNode" presStyleCnt="0"/>
      <dgm:spPr/>
    </dgm:pt>
    <dgm:pt modelId="{36DD508B-783F-4848-AC6A-54D47507998B}" type="pres">
      <dgm:prSet presAssocID="{278818EE-90D1-437B-BA65-059A6C01E508}" presName="bgRect" presStyleLbl="bgShp" presStyleIdx="2" presStyleCnt="5"/>
      <dgm:spPr/>
    </dgm:pt>
    <dgm:pt modelId="{C70D789E-FCBD-4B4F-B71E-91C58A88720D}" type="pres">
      <dgm:prSet presAssocID="{278818EE-90D1-437B-BA65-059A6C01E508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A5F8AF15-FE22-4EC6-9CDB-685BB945B59D}" type="pres">
      <dgm:prSet presAssocID="{278818EE-90D1-437B-BA65-059A6C01E508}" presName="spaceRect" presStyleCnt="0"/>
      <dgm:spPr/>
    </dgm:pt>
    <dgm:pt modelId="{EEE7C61D-8816-475D-9B43-FC1D57F102AF}" type="pres">
      <dgm:prSet presAssocID="{278818EE-90D1-437B-BA65-059A6C01E508}" presName="parTx" presStyleLbl="revTx" presStyleIdx="2" presStyleCnt="5">
        <dgm:presLayoutVars>
          <dgm:chMax val="0"/>
          <dgm:chPref val="0"/>
        </dgm:presLayoutVars>
      </dgm:prSet>
      <dgm:spPr/>
    </dgm:pt>
    <dgm:pt modelId="{745F7C54-732A-472E-9960-F02C943E3CEE}" type="pres">
      <dgm:prSet presAssocID="{2FB3CC59-FF3B-49FC-8138-53B7D8B123ED}" presName="sibTrans" presStyleCnt="0"/>
      <dgm:spPr/>
    </dgm:pt>
    <dgm:pt modelId="{6D930414-D2FE-48F1-8183-CD22B1649985}" type="pres">
      <dgm:prSet presAssocID="{FD86E169-BEC0-44C5-8442-1DAE973436B0}" presName="compNode" presStyleCnt="0"/>
      <dgm:spPr/>
    </dgm:pt>
    <dgm:pt modelId="{380F4319-0BE9-4F62-A09B-591CA03AF947}" type="pres">
      <dgm:prSet presAssocID="{FD86E169-BEC0-44C5-8442-1DAE973436B0}" presName="bgRect" presStyleLbl="bgShp" presStyleIdx="3" presStyleCnt="5"/>
      <dgm:spPr/>
    </dgm:pt>
    <dgm:pt modelId="{DE4CF5A1-D74F-47B7-B4A0-F28E507613CB}" type="pres">
      <dgm:prSet presAssocID="{FD86E169-BEC0-44C5-8442-1DAE973436B0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a"/>
        </a:ext>
      </dgm:extLst>
    </dgm:pt>
    <dgm:pt modelId="{984D5053-627C-4972-9645-528C3D527676}" type="pres">
      <dgm:prSet presAssocID="{FD86E169-BEC0-44C5-8442-1DAE973436B0}" presName="spaceRect" presStyleCnt="0"/>
      <dgm:spPr/>
    </dgm:pt>
    <dgm:pt modelId="{AB00BD54-CC93-4220-8295-674DB01534E9}" type="pres">
      <dgm:prSet presAssocID="{FD86E169-BEC0-44C5-8442-1DAE973436B0}" presName="parTx" presStyleLbl="revTx" presStyleIdx="3" presStyleCnt="5">
        <dgm:presLayoutVars>
          <dgm:chMax val="0"/>
          <dgm:chPref val="0"/>
        </dgm:presLayoutVars>
      </dgm:prSet>
      <dgm:spPr/>
    </dgm:pt>
    <dgm:pt modelId="{96F8318A-CFFE-4951-9888-8AD44B59F06D}" type="pres">
      <dgm:prSet presAssocID="{4B10EE69-A411-40DD-85A1-09AB23AC6B95}" presName="sibTrans" presStyleCnt="0"/>
      <dgm:spPr/>
    </dgm:pt>
    <dgm:pt modelId="{A40EA941-E8E1-4BB8-BF81-B83D2D54A4C5}" type="pres">
      <dgm:prSet presAssocID="{8170F0B2-6E2C-4689-9610-10F160D8F205}" presName="compNode" presStyleCnt="0"/>
      <dgm:spPr/>
    </dgm:pt>
    <dgm:pt modelId="{65E9C702-7A1B-463D-B51A-8C7CDD5E5DD3}" type="pres">
      <dgm:prSet presAssocID="{8170F0B2-6E2C-4689-9610-10F160D8F205}" presName="bgRect" presStyleLbl="bgShp" presStyleIdx="4" presStyleCnt="5"/>
      <dgm:spPr/>
    </dgm:pt>
    <dgm:pt modelId="{27FE24AF-2BF5-4B95-B29A-C5773F892F84}" type="pres">
      <dgm:prSet presAssocID="{8170F0B2-6E2C-4689-9610-10F160D8F205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D853AA18-743F-4EA6-8E2F-58C7D291DA8A}" type="pres">
      <dgm:prSet presAssocID="{8170F0B2-6E2C-4689-9610-10F160D8F205}" presName="spaceRect" presStyleCnt="0"/>
      <dgm:spPr/>
    </dgm:pt>
    <dgm:pt modelId="{C49FE70B-54E7-4BBD-BC8E-7763CD914CAD}" type="pres">
      <dgm:prSet presAssocID="{8170F0B2-6E2C-4689-9610-10F160D8F20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4B56E08-7ED4-423C-9D14-6522D62EFBEA}" type="presOf" srcId="{FD86E169-BEC0-44C5-8442-1DAE973436B0}" destId="{AB00BD54-CC93-4220-8295-674DB01534E9}" srcOrd="0" destOrd="0" presId="urn:microsoft.com/office/officeart/2018/2/layout/IconVerticalSolidList"/>
    <dgm:cxn modelId="{88B8BD09-15ED-4251-9DF3-1783F5EC7CB4}" type="presOf" srcId="{D45666CC-3E55-455C-8DD7-492758A720E5}" destId="{079E9DD6-5CA9-4070-B721-C751B1E5F165}" srcOrd="0" destOrd="0" presId="urn:microsoft.com/office/officeart/2018/2/layout/IconVerticalSolidList"/>
    <dgm:cxn modelId="{A43CAA38-E622-47DC-8840-BEE465DB9A90}" type="presOf" srcId="{8170F0B2-6E2C-4689-9610-10F160D8F205}" destId="{C49FE70B-54E7-4BBD-BC8E-7763CD914CAD}" srcOrd="0" destOrd="0" presId="urn:microsoft.com/office/officeart/2018/2/layout/IconVerticalSolidList"/>
    <dgm:cxn modelId="{4589426D-0A2C-42F9-9147-70C6A6FEE612}" srcId="{D45666CC-3E55-455C-8DD7-492758A720E5}" destId="{3B4F56EA-C201-4143-A19F-77F6E68F94E0}" srcOrd="1" destOrd="0" parTransId="{7BD28430-CB30-4590-9BE6-E8120F5DD7C6}" sibTransId="{D863DFA5-34AD-485B-BA91-D0816862BC95}"/>
    <dgm:cxn modelId="{9D06EB78-8891-49D8-94E3-EEB2C946BC2A}" srcId="{D45666CC-3E55-455C-8DD7-492758A720E5}" destId="{B6A16533-A7B7-4F2E-97C9-D0CC30385BD9}" srcOrd="0" destOrd="0" parTransId="{585B7B87-2198-48BA-8052-757E16B61217}" sibTransId="{652E402F-68CF-48C9-BD6E-3981B0E20C15}"/>
    <dgm:cxn modelId="{E671AC79-EACB-464B-B329-CC884C670B38}" type="presOf" srcId="{3B4F56EA-C201-4143-A19F-77F6E68F94E0}" destId="{18102470-522D-447C-8CD0-6497DBECDE86}" srcOrd="0" destOrd="0" presId="urn:microsoft.com/office/officeart/2018/2/layout/IconVerticalSolidList"/>
    <dgm:cxn modelId="{91FD9599-6049-4EBD-8B0B-221FACB52AC3}" srcId="{D45666CC-3E55-455C-8DD7-492758A720E5}" destId="{FD86E169-BEC0-44C5-8442-1DAE973436B0}" srcOrd="3" destOrd="0" parTransId="{6CCCE308-841B-451F-8E75-540260F7BF10}" sibTransId="{4B10EE69-A411-40DD-85A1-09AB23AC6B95}"/>
    <dgm:cxn modelId="{1BA8ABA5-F62B-4B24-B274-92747993F091}" srcId="{D45666CC-3E55-455C-8DD7-492758A720E5}" destId="{8170F0B2-6E2C-4689-9610-10F160D8F205}" srcOrd="4" destOrd="0" parTransId="{ABFF5742-D8E4-4B75-AE8E-A9A5F2FDCA52}" sibTransId="{D1A9C46E-735F-4194-AFF2-CA677608A0E9}"/>
    <dgm:cxn modelId="{3A7030EF-6D1C-46C6-89EB-206784FB61BF}" type="presOf" srcId="{B6A16533-A7B7-4F2E-97C9-D0CC30385BD9}" destId="{F869A18D-8909-4437-AE9F-79AC5C6A8022}" srcOrd="0" destOrd="0" presId="urn:microsoft.com/office/officeart/2018/2/layout/IconVerticalSolidList"/>
    <dgm:cxn modelId="{5B7A6FF1-3844-4DB4-B3D2-1742B4409C4A}" type="presOf" srcId="{278818EE-90D1-437B-BA65-059A6C01E508}" destId="{EEE7C61D-8816-475D-9B43-FC1D57F102AF}" srcOrd="0" destOrd="0" presId="urn:microsoft.com/office/officeart/2018/2/layout/IconVerticalSolidList"/>
    <dgm:cxn modelId="{23E60AF9-255B-4605-832B-88F41F68498E}" srcId="{D45666CC-3E55-455C-8DD7-492758A720E5}" destId="{278818EE-90D1-437B-BA65-059A6C01E508}" srcOrd="2" destOrd="0" parTransId="{58926F3F-0B27-4986-B383-405FF527E32C}" sibTransId="{2FB3CC59-FF3B-49FC-8138-53B7D8B123ED}"/>
    <dgm:cxn modelId="{6A98AD5C-1A1F-49A4-BEE4-82927A408ABE}" type="presParOf" srcId="{079E9DD6-5CA9-4070-B721-C751B1E5F165}" destId="{4DABA984-BA77-48C3-AA45-1D74DD9E145B}" srcOrd="0" destOrd="0" presId="urn:microsoft.com/office/officeart/2018/2/layout/IconVerticalSolidList"/>
    <dgm:cxn modelId="{31890838-0507-47D9-A32E-C25BA340AFB2}" type="presParOf" srcId="{4DABA984-BA77-48C3-AA45-1D74DD9E145B}" destId="{01A60E89-77A8-4E93-B530-8B698B6A85BF}" srcOrd="0" destOrd="0" presId="urn:microsoft.com/office/officeart/2018/2/layout/IconVerticalSolidList"/>
    <dgm:cxn modelId="{ACCA3C1A-9C5C-4D86-9BCD-8A80B50AE628}" type="presParOf" srcId="{4DABA984-BA77-48C3-AA45-1D74DD9E145B}" destId="{18F8A504-9E03-4296-900D-0FEBDE97B44A}" srcOrd="1" destOrd="0" presId="urn:microsoft.com/office/officeart/2018/2/layout/IconVerticalSolidList"/>
    <dgm:cxn modelId="{AC3F9622-D485-4731-A006-68557D80B9B0}" type="presParOf" srcId="{4DABA984-BA77-48C3-AA45-1D74DD9E145B}" destId="{FA44691A-E325-48E0-9CE4-6BF9C481422E}" srcOrd="2" destOrd="0" presId="urn:microsoft.com/office/officeart/2018/2/layout/IconVerticalSolidList"/>
    <dgm:cxn modelId="{79DF00C4-4F51-4D2A-8BF6-3F3AA1E5CD2A}" type="presParOf" srcId="{4DABA984-BA77-48C3-AA45-1D74DD9E145B}" destId="{F869A18D-8909-4437-AE9F-79AC5C6A8022}" srcOrd="3" destOrd="0" presId="urn:microsoft.com/office/officeart/2018/2/layout/IconVerticalSolidList"/>
    <dgm:cxn modelId="{105CD1C5-3F8E-4761-85E4-03487F9B430F}" type="presParOf" srcId="{079E9DD6-5CA9-4070-B721-C751B1E5F165}" destId="{B934F399-D405-48C3-89B4-8D57B02608A7}" srcOrd="1" destOrd="0" presId="urn:microsoft.com/office/officeart/2018/2/layout/IconVerticalSolidList"/>
    <dgm:cxn modelId="{A0FB83AA-F87E-4F0F-AE90-B44AF5A6328C}" type="presParOf" srcId="{079E9DD6-5CA9-4070-B721-C751B1E5F165}" destId="{0ADBB04D-CC87-4DAC-9501-C80064C39D77}" srcOrd="2" destOrd="0" presId="urn:microsoft.com/office/officeart/2018/2/layout/IconVerticalSolidList"/>
    <dgm:cxn modelId="{DB59C0D9-E81A-4F20-97CE-F6FAA9F2B3E4}" type="presParOf" srcId="{0ADBB04D-CC87-4DAC-9501-C80064C39D77}" destId="{2FDC0599-543B-47CF-957B-06E7C4E41A6C}" srcOrd="0" destOrd="0" presId="urn:microsoft.com/office/officeart/2018/2/layout/IconVerticalSolidList"/>
    <dgm:cxn modelId="{F46769D4-C1FA-4DC5-B7A7-F9D03C6F108E}" type="presParOf" srcId="{0ADBB04D-CC87-4DAC-9501-C80064C39D77}" destId="{2A85F406-8644-483E-BE99-03D734ADC5E7}" srcOrd="1" destOrd="0" presId="urn:microsoft.com/office/officeart/2018/2/layout/IconVerticalSolidList"/>
    <dgm:cxn modelId="{9872901A-FCC0-4A22-AEFB-193911E494D5}" type="presParOf" srcId="{0ADBB04D-CC87-4DAC-9501-C80064C39D77}" destId="{4CF6FE12-0513-4A50-9B06-121E5A03CE16}" srcOrd="2" destOrd="0" presId="urn:microsoft.com/office/officeart/2018/2/layout/IconVerticalSolidList"/>
    <dgm:cxn modelId="{7A727403-A9B7-4265-AF78-16C5A757FE59}" type="presParOf" srcId="{0ADBB04D-CC87-4DAC-9501-C80064C39D77}" destId="{18102470-522D-447C-8CD0-6497DBECDE86}" srcOrd="3" destOrd="0" presId="urn:microsoft.com/office/officeart/2018/2/layout/IconVerticalSolidList"/>
    <dgm:cxn modelId="{1ED72263-D221-4B0F-9DBB-30F81992FAE1}" type="presParOf" srcId="{079E9DD6-5CA9-4070-B721-C751B1E5F165}" destId="{6C00F6FC-7303-4345-8BCB-057113795F1A}" srcOrd="3" destOrd="0" presId="urn:microsoft.com/office/officeart/2018/2/layout/IconVerticalSolidList"/>
    <dgm:cxn modelId="{52695BF4-FBC9-4BED-A849-6A56F8FDC451}" type="presParOf" srcId="{079E9DD6-5CA9-4070-B721-C751B1E5F165}" destId="{4E2FE6EA-A609-4A46-8138-82FD86E7DE21}" srcOrd="4" destOrd="0" presId="urn:microsoft.com/office/officeart/2018/2/layout/IconVerticalSolidList"/>
    <dgm:cxn modelId="{D522501D-6736-438F-B6FE-181E4DB543B4}" type="presParOf" srcId="{4E2FE6EA-A609-4A46-8138-82FD86E7DE21}" destId="{36DD508B-783F-4848-AC6A-54D47507998B}" srcOrd="0" destOrd="0" presId="urn:microsoft.com/office/officeart/2018/2/layout/IconVerticalSolidList"/>
    <dgm:cxn modelId="{710ED2E1-3FC4-4B4C-B013-059CA3083194}" type="presParOf" srcId="{4E2FE6EA-A609-4A46-8138-82FD86E7DE21}" destId="{C70D789E-FCBD-4B4F-B71E-91C58A88720D}" srcOrd="1" destOrd="0" presId="urn:microsoft.com/office/officeart/2018/2/layout/IconVerticalSolidList"/>
    <dgm:cxn modelId="{D62C3F60-8AA8-4DD4-A6D3-897E9275EA37}" type="presParOf" srcId="{4E2FE6EA-A609-4A46-8138-82FD86E7DE21}" destId="{A5F8AF15-FE22-4EC6-9CDB-685BB945B59D}" srcOrd="2" destOrd="0" presId="urn:microsoft.com/office/officeart/2018/2/layout/IconVerticalSolidList"/>
    <dgm:cxn modelId="{ECA3089A-6595-4015-8A91-B91632487038}" type="presParOf" srcId="{4E2FE6EA-A609-4A46-8138-82FD86E7DE21}" destId="{EEE7C61D-8816-475D-9B43-FC1D57F102AF}" srcOrd="3" destOrd="0" presId="urn:microsoft.com/office/officeart/2018/2/layout/IconVerticalSolidList"/>
    <dgm:cxn modelId="{440EB1EB-1877-4C83-A934-9CE156AB710F}" type="presParOf" srcId="{079E9DD6-5CA9-4070-B721-C751B1E5F165}" destId="{745F7C54-732A-472E-9960-F02C943E3CEE}" srcOrd="5" destOrd="0" presId="urn:microsoft.com/office/officeart/2018/2/layout/IconVerticalSolidList"/>
    <dgm:cxn modelId="{CF55365C-1013-446B-B394-B2D07FA0B06B}" type="presParOf" srcId="{079E9DD6-5CA9-4070-B721-C751B1E5F165}" destId="{6D930414-D2FE-48F1-8183-CD22B1649985}" srcOrd="6" destOrd="0" presId="urn:microsoft.com/office/officeart/2018/2/layout/IconVerticalSolidList"/>
    <dgm:cxn modelId="{BB67BBEC-FEC0-4F70-B8C4-EF13561A9E6F}" type="presParOf" srcId="{6D930414-D2FE-48F1-8183-CD22B1649985}" destId="{380F4319-0BE9-4F62-A09B-591CA03AF947}" srcOrd="0" destOrd="0" presId="urn:microsoft.com/office/officeart/2018/2/layout/IconVerticalSolidList"/>
    <dgm:cxn modelId="{2B3AD442-2859-4D46-A5F1-79B57F819361}" type="presParOf" srcId="{6D930414-D2FE-48F1-8183-CD22B1649985}" destId="{DE4CF5A1-D74F-47B7-B4A0-F28E507613CB}" srcOrd="1" destOrd="0" presId="urn:microsoft.com/office/officeart/2018/2/layout/IconVerticalSolidList"/>
    <dgm:cxn modelId="{AC2770F0-82EC-4CB7-ACD0-08471A4B6098}" type="presParOf" srcId="{6D930414-D2FE-48F1-8183-CD22B1649985}" destId="{984D5053-627C-4972-9645-528C3D527676}" srcOrd="2" destOrd="0" presId="urn:microsoft.com/office/officeart/2018/2/layout/IconVerticalSolidList"/>
    <dgm:cxn modelId="{9724BE97-0931-49AD-B0B2-2B8F5C3B0415}" type="presParOf" srcId="{6D930414-D2FE-48F1-8183-CD22B1649985}" destId="{AB00BD54-CC93-4220-8295-674DB01534E9}" srcOrd="3" destOrd="0" presId="urn:microsoft.com/office/officeart/2018/2/layout/IconVerticalSolidList"/>
    <dgm:cxn modelId="{4CAC47F2-2068-4A22-AD8A-AFD9E8353DBF}" type="presParOf" srcId="{079E9DD6-5CA9-4070-B721-C751B1E5F165}" destId="{96F8318A-CFFE-4951-9888-8AD44B59F06D}" srcOrd="7" destOrd="0" presId="urn:microsoft.com/office/officeart/2018/2/layout/IconVerticalSolidList"/>
    <dgm:cxn modelId="{506954CD-B7F0-428A-8969-2BEE1B506E68}" type="presParOf" srcId="{079E9DD6-5CA9-4070-B721-C751B1E5F165}" destId="{A40EA941-E8E1-4BB8-BF81-B83D2D54A4C5}" srcOrd="8" destOrd="0" presId="urn:microsoft.com/office/officeart/2018/2/layout/IconVerticalSolidList"/>
    <dgm:cxn modelId="{A53EAB7A-889D-47E9-A323-0F055B896437}" type="presParOf" srcId="{A40EA941-E8E1-4BB8-BF81-B83D2D54A4C5}" destId="{65E9C702-7A1B-463D-B51A-8C7CDD5E5DD3}" srcOrd="0" destOrd="0" presId="urn:microsoft.com/office/officeart/2018/2/layout/IconVerticalSolidList"/>
    <dgm:cxn modelId="{A3CA6C04-76B1-40E3-AFEA-E78F3FF0DA50}" type="presParOf" srcId="{A40EA941-E8E1-4BB8-BF81-B83D2D54A4C5}" destId="{27FE24AF-2BF5-4B95-B29A-C5773F892F84}" srcOrd="1" destOrd="0" presId="urn:microsoft.com/office/officeart/2018/2/layout/IconVerticalSolidList"/>
    <dgm:cxn modelId="{0BA97818-BF88-48BB-88BC-3E7E744D842F}" type="presParOf" srcId="{A40EA941-E8E1-4BB8-BF81-B83D2D54A4C5}" destId="{D853AA18-743F-4EA6-8E2F-58C7D291DA8A}" srcOrd="2" destOrd="0" presId="urn:microsoft.com/office/officeart/2018/2/layout/IconVerticalSolidList"/>
    <dgm:cxn modelId="{28D5FC2E-CFC7-44BB-8423-5F5AB81FFFA2}" type="presParOf" srcId="{A40EA941-E8E1-4BB8-BF81-B83D2D54A4C5}" destId="{C49FE70B-54E7-4BBD-BC8E-7763CD914CA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13E9015-3516-42AC-93F4-69F33C80A2E3}" type="doc">
      <dgm:prSet loTypeId="urn:microsoft.com/office/officeart/2018/2/layout/IconCircleList" loCatId="icon" qsTypeId="urn:microsoft.com/office/officeart/2005/8/quickstyle/simple1#73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5253677-810C-4118-9DBD-0E2B6BEF9ED7}">
      <dgm:prSet/>
      <dgm:spPr/>
      <dgm:t>
        <a:bodyPr/>
        <a:lstStyle/>
        <a:p>
          <a:r>
            <a:rPr lang="en-US"/>
            <a:t>• Conexión y preparación de la base de datos.</a:t>
          </a:r>
        </a:p>
      </dgm:t>
    </dgm:pt>
    <dgm:pt modelId="{D69AFB91-6CDA-4663-8006-3885E6E7C0D5}" type="parTrans" cxnId="{9C507A8B-3E10-4C5F-8B19-329D357F70F3}">
      <dgm:prSet/>
      <dgm:spPr/>
      <dgm:t>
        <a:bodyPr/>
        <a:lstStyle/>
        <a:p>
          <a:endParaRPr lang="en-US"/>
        </a:p>
      </dgm:t>
    </dgm:pt>
    <dgm:pt modelId="{2C5ED872-703B-4F09-B216-2ED476A9630D}" type="sibTrans" cxnId="{9C507A8B-3E10-4C5F-8B19-329D357F70F3}">
      <dgm:prSet/>
      <dgm:spPr/>
      <dgm:t>
        <a:bodyPr/>
        <a:lstStyle/>
        <a:p>
          <a:endParaRPr lang="en-US"/>
        </a:p>
      </dgm:t>
    </dgm:pt>
    <dgm:pt modelId="{3C554C98-03B9-4147-AF14-6D5C67B784C8}">
      <dgm:prSet/>
      <dgm:spPr/>
      <dgm:t>
        <a:bodyPr/>
        <a:lstStyle/>
        <a:p>
          <a:r>
            <a:rPr lang="en-US"/>
            <a:t>• Limpieza del formulario.</a:t>
          </a:r>
        </a:p>
      </dgm:t>
    </dgm:pt>
    <dgm:pt modelId="{8F0B4477-F0DF-479E-90D4-7EFE7669C74B}" type="parTrans" cxnId="{F21234BC-AE07-4AC2-A4C5-9BF5E951E78C}">
      <dgm:prSet/>
      <dgm:spPr/>
      <dgm:t>
        <a:bodyPr/>
        <a:lstStyle/>
        <a:p>
          <a:endParaRPr lang="en-US"/>
        </a:p>
      </dgm:t>
    </dgm:pt>
    <dgm:pt modelId="{0A4509C6-9FFB-4219-BD7C-667A34E2F789}" type="sibTrans" cxnId="{F21234BC-AE07-4AC2-A4C5-9BF5E951E78C}">
      <dgm:prSet/>
      <dgm:spPr/>
      <dgm:t>
        <a:bodyPr/>
        <a:lstStyle/>
        <a:p>
          <a:endParaRPr lang="en-US"/>
        </a:p>
      </dgm:t>
    </dgm:pt>
    <dgm:pt modelId="{BA7AFC42-A82E-40E1-B72B-B4DA72058D4E}">
      <dgm:prSet/>
      <dgm:spPr/>
      <dgm:t>
        <a:bodyPr/>
        <a:lstStyle/>
        <a:p>
          <a:r>
            <a:rPr lang="en-US"/>
            <a:t>• Selección de imagen y archivo.</a:t>
          </a:r>
        </a:p>
      </dgm:t>
    </dgm:pt>
    <dgm:pt modelId="{0884050D-C68B-428F-91A1-32F311A753D8}" type="parTrans" cxnId="{9A9D27F9-F22A-4942-BFA7-87C2590FD3FE}">
      <dgm:prSet/>
      <dgm:spPr/>
      <dgm:t>
        <a:bodyPr/>
        <a:lstStyle/>
        <a:p>
          <a:endParaRPr lang="en-US"/>
        </a:p>
      </dgm:t>
    </dgm:pt>
    <dgm:pt modelId="{C6BBFB42-C2C6-4E7A-8C54-722B46F8A6BA}" type="sibTrans" cxnId="{9A9D27F9-F22A-4942-BFA7-87C2590FD3FE}">
      <dgm:prSet/>
      <dgm:spPr/>
      <dgm:t>
        <a:bodyPr/>
        <a:lstStyle/>
        <a:p>
          <a:endParaRPr lang="en-US"/>
        </a:p>
      </dgm:t>
    </dgm:pt>
    <dgm:pt modelId="{E996E95D-369A-4D37-9C1C-3D9E95DED245}">
      <dgm:prSet/>
      <dgm:spPr/>
      <dgm:t>
        <a:bodyPr/>
        <a:lstStyle/>
        <a:p>
          <a:r>
            <a:rPr lang="en-US"/>
            <a:t>• Inserción y consulta de usuarios.</a:t>
          </a:r>
        </a:p>
      </dgm:t>
    </dgm:pt>
    <dgm:pt modelId="{25A467BD-D72D-4A0B-B289-311D76101390}" type="parTrans" cxnId="{1FE04FC1-C9AF-425C-A7C7-30E915A32ABD}">
      <dgm:prSet/>
      <dgm:spPr/>
      <dgm:t>
        <a:bodyPr/>
        <a:lstStyle/>
        <a:p>
          <a:endParaRPr lang="en-US"/>
        </a:p>
      </dgm:t>
    </dgm:pt>
    <dgm:pt modelId="{BA45C7E9-E844-414D-BD97-9BD80E0AB41A}" type="sibTrans" cxnId="{1FE04FC1-C9AF-425C-A7C7-30E915A32ABD}">
      <dgm:prSet/>
      <dgm:spPr/>
      <dgm:t>
        <a:bodyPr/>
        <a:lstStyle/>
        <a:p>
          <a:endParaRPr lang="en-US"/>
        </a:p>
      </dgm:t>
    </dgm:pt>
    <dgm:pt modelId="{EC4F5ED6-6D8C-42F3-B45F-7597855F888C}">
      <dgm:prSet/>
      <dgm:spPr/>
      <dgm:t>
        <a:bodyPr/>
        <a:lstStyle/>
        <a:p>
          <a:r>
            <a:rPr lang="en-US"/>
            <a:t>• Selección y carga de registros.</a:t>
          </a:r>
        </a:p>
      </dgm:t>
    </dgm:pt>
    <dgm:pt modelId="{83625C27-CA3A-4097-BD4B-60F957D8F3CE}" type="parTrans" cxnId="{DF9B9EA4-816E-4594-A9AD-137BC96E6D0B}">
      <dgm:prSet/>
      <dgm:spPr/>
      <dgm:t>
        <a:bodyPr/>
        <a:lstStyle/>
        <a:p>
          <a:endParaRPr lang="en-US"/>
        </a:p>
      </dgm:t>
    </dgm:pt>
    <dgm:pt modelId="{98BBFE83-AC5C-43BB-B107-A41C48D12D6D}" type="sibTrans" cxnId="{DF9B9EA4-816E-4594-A9AD-137BC96E6D0B}">
      <dgm:prSet/>
      <dgm:spPr/>
      <dgm:t>
        <a:bodyPr/>
        <a:lstStyle/>
        <a:p>
          <a:endParaRPr lang="en-US"/>
        </a:p>
      </dgm:t>
    </dgm:pt>
    <dgm:pt modelId="{D2303819-83D5-4833-84F8-8D849F296CA4}">
      <dgm:prSet/>
      <dgm:spPr/>
      <dgm:t>
        <a:bodyPr/>
        <a:lstStyle/>
        <a:p>
          <a:r>
            <a:rPr lang="en-US"/>
            <a:t>• Actualización y eliminación.</a:t>
          </a:r>
        </a:p>
      </dgm:t>
    </dgm:pt>
    <dgm:pt modelId="{8D51F231-29C8-4EFC-AFC3-549AC0382074}" type="parTrans" cxnId="{671F91F5-1219-463A-98BE-CCC8C736AB50}">
      <dgm:prSet/>
      <dgm:spPr/>
      <dgm:t>
        <a:bodyPr/>
        <a:lstStyle/>
        <a:p>
          <a:endParaRPr lang="en-US"/>
        </a:p>
      </dgm:t>
    </dgm:pt>
    <dgm:pt modelId="{26F4F486-0738-4054-8C49-3C9B2E4E25D3}" type="sibTrans" cxnId="{671F91F5-1219-463A-98BE-CCC8C736AB50}">
      <dgm:prSet/>
      <dgm:spPr/>
      <dgm:t>
        <a:bodyPr/>
        <a:lstStyle/>
        <a:p>
          <a:endParaRPr lang="en-US"/>
        </a:p>
      </dgm:t>
    </dgm:pt>
    <dgm:pt modelId="{C7EB633B-1EE0-48A4-8542-111EE8755A08}">
      <dgm:prSet/>
      <dgm:spPr/>
      <dgm:t>
        <a:bodyPr/>
        <a:lstStyle/>
        <a:p>
          <a:r>
            <a:rPr lang="en-US"/>
            <a:t>• Búsqueda, conexión y salida de la aplicación.</a:t>
          </a:r>
        </a:p>
      </dgm:t>
    </dgm:pt>
    <dgm:pt modelId="{69794CEC-4D58-4660-B116-55433D30A80D}" type="parTrans" cxnId="{6D20D149-A8A1-47C7-B1B1-833C0EAFF1EB}">
      <dgm:prSet/>
      <dgm:spPr/>
      <dgm:t>
        <a:bodyPr/>
        <a:lstStyle/>
        <a:p>
          <a:endParaRPr lang="en-US"/>
        </a:p>
      </dgm:t>
    </dgm:pt>
    <dgm:pt modelId="{92124131-0129-413E-A960-E266AABBC428}" type="sibTrans" cxnId="{6D20D149-A8A1-47C7-B1B1-833C0EAFF1EB}">
      <dgm:prSet/>
      <dgm:spPr/>
      <dgm:t>
        <a:bodyPr/>
        <a:lstStyle/>
        <a:p>
          <a:endParaRPr lang="en-US"/>
        </a:p>
      </dgm:t>
    </dgm:pt>
    <dgm:pt modelId="{05774B35-DD35-46F6-9D7B-44D42F892832}" type="pres">
      <dgm:prSet presAssocID="{613E9015-3516-42AC-93F4-69F33C80A2E3}" presName="root" presStyleCnt="0">
        <dgm:presLayoutVars>
          <dgm:dir/>
          <dgm:resizeHandles val="exact"/>
        </dgm:presLayoutVars>
      </dgm:prSet>
      <dgm:spPr/>
    </dgm:pt>
    <dgm:pt modelId="{1A8D4EFD-E980-462C-97B4-FAEF1AD98E19}" type="pres">
      <dgm:prSet presAssocID="{613E9015-3516-42AC-93F4-69F33C80A2E3}" presName="container" presStyleCnt="0">
        <dgm:presLayoutVars>
          <dgm:dir/>
          <dgm:resizeHandles val="exact"/>
        </dgm:presLayoutVars>
      </dgm:prSet>
      <dgm:spPr/>
    </dgm:pt>
    <dgm:pt modelId="{85CA7C06-5951-425D-BC6C-8EDE7D2AABD9}" type="pres">
      <dgm:prSet presAssocID="{F5253677-810C-4118-9DBD-0E2B6BEF9ED7}" presName="compNode" presStyleCnt="0"/>
      <dgm:spPr/>
    </dgm:pt>
    <dgm:pt modelId="{08EC450F-25A3-45DD-98C5-21E92F37AB94}" type="pres">
      <dgm:prSet presAssocID="{F5253677-810C-4118-9DBD-0E2B6BEF9ED7}" presName="iconBgRect" presStyleLbl="bgShp" presStyleIdx="0" presStyleCnt="7"/>
      <dgm:spPr/>
    </dgm:pt>
    <dgm:pt modelId="{B5CC84A7-8447-4A31-B16F-5BA934B004D5}" type="pres">
      <dgm:prSet presAssocID="{F5253677-810C-4118-9DBD-0E2B6BEF9ED7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retón de manos"/>
        </a:ext>
      </dgm:extLst>
    </dgm:pt>
    <dgm:pt modelId="{682CF5F9-9E78-42C9-8B90-DA90BFD4ED8A}" type="pres">
      <dgm:prSet presAssocID="{F5253677-810C-4118-9DBD-0E2B6BEF9ED7}" presName="spaceRect" presStyleCnt="0"/>
      <dgm:spPr/>
    </dgm:pt>
    <dgm:pt modelId="{DC2AAAF7-5C39-4DA1-9DD7-292992B9340D}" type="pres">
      <dgm:prSet presAssocID="{F5253677-810C-4118-9DBD-0E2B6BEF9ED7}" presName="textRect" presStyleLbl="revTx" presStyleIdx="0" presStyleCnt="7">
        <dgm:presLayoutVars>
          <dgm:chMax val="1"/>
          <dgm:chPref val="1"/>
        </dgm:presLayoutVars>
      </dgm:prSet>
      <dgm:spPr/>
    </dgm:pt>
    <dgm:pt modelId="{418AFDEC-90DC-463A-B75D-2ADDB6E18271}" type="pres">
      <dgm:prSet presAssocID="{2C5ED872-703B-4F09-B216-2ED476A9630D}" presName="sibTrans" presStyleLbl="sibTrans2D1" presStyleIdx="0" presStyleCnt="0"/>
      <dgm:spPr/>
    </dgm:pt>
    <dgm:pt modelId="{8FF07BB5-142B-4C63-B268-8EFE85D8B05F}" type="pres">
      <dgm:prSet presAssocID="{3C554C98-03B9-4147-AF14-6D5C67B784C8}" presName="compNode" presStyleCnt="0"/>
      <dgm:spPr/>
    </dgm:pt>
    <dgm:pt modelId="{05345DEA-5A54-40AA-9E46-7ED967DEE0D7}" type="pres">
      <dgm:prSet presAssocID="{3C554C98-03B9-4147-AF14-6D5C67B784C8}" presName="iconBgRect" presStyleLbl="bgShp" presStyleIdx="1" presStyleCnt="7"/>
      <dgm:spPr/>
    </dgm:pt>
    <dgm:pt modelId="{A052C1A0-7CBE-4C3E-AD5D-56DF8F04BEB0}" type="pres">
      <dgm:prSet presAssocID="{3C554C98-03B9-4147-AF14-6D5C67B784C8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04F9E2FC-71E3-48F7-BED4-3E003C0799C0}" type="pres">
      <dgm:prSet presAssocID="{3C554C98-03B9-4147-AF14-6D5C67B784C8}" presName="spaceRect" presStyleCnt="0"/>
      <dgm:spPr/>
    </dgm:pt>
    <dgm:pt modelId="{34D2BCE0-5BA9-4FF9-A6C9-E96D3B6B10C5}" type="pres">
      <dgm:prSet presAssocID="{3C554C98-03B9-4147-AF14-6D5C67B784C8}" presName="textRect" presStyleLbl="revTx" presStyleIdx="1" presStyleCnt="7">
        <dgm:presLayoutVars>
          <dgm:chMax val="1"/>
          <dgm:chPref val="1"/>
        </dgm:presLayoutVars>
      </dgm:prSet>
      <dgm:spPr/>
    </dgm:pt>
    <dgm:pt modelId="{959F96EE-7470-44D9-9F69-98E6E91125DB}" type="pres">
      <dgm:prSet presAssocID="{0A4509C6-9FFB-4219-BD7C-667A34E2F789}" presName="sibTrans" presStyleLbl="sibTrans2D1" presStyleIdx="0" presStyleCnt="0"/>
      <dgm:spPr/>
    </dgm:pt>
    <dgm:pt modelId="{CA4CD372-05A2-4F35-8363-E2423B3F63FD}" type="pres">
      <dgm:prSet presAssocID="{BA7AFC42-A82E-40E1-B72B-B4DA72058D4E}" presName="compNode" presStyleCnt="0"/>
      <dgm:spPr/>
    </dgm:pt>
    <dgm:pt modelId="{1A4E8615-C9C4-4B4C-8297-12A73B40B84A}" type="pres">
      <dgm:prSet presAssocID="{BA7AFC42-A82E-40E1-B72B-B4DA72058D4E}" presName="iconBgRect" presStyleLbl="bgShp" presStyleIdx="2" presStyleCnt="7"/>
      <dgm:spPr/>
    </dgm:pt>
    <dgm:pt modelId="{EF5A8A7D-7ACB-4D50-9D56-2C810D63AD96}" type="pres">
      <dgm:prSet presAssocID="{BA7AFC42-A82E-40E1-B72B-B4DA72058D4E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32F60F77-0F42-4B30-8C1D-174D159C4CFD}" type="pres">
      <dgm:prSet presAssocID="{BA7AFC42-A82E-40E1-B72B-B4DA72058D4E}" presName="spaceRect" presStyleCnt="0"/>
      <dgm:spPr/>
    </dgm:pt>
    <dgm:pt modelId="{BB1A67DB-3393-4ED9-AE9D-DDC8BC1A710C}" type="pres">
      <dgm:prSet presAssocID="{BA7AFC42-A82E-40E1-B72B-B4DA72058D4E}" presName="textRect" presStyleLbl="revTx" presStyleIdx="2" presStyleCnt="7">
        <dgm:presLayoutVars>
          <dgm:chMax val="1"/>
          <dgm:chPref val="1"/>
        </dgm:presLayoutVars>
      </dgm:prSet>
      <dgm:spPr/>
    </dgm:pt>
    <dgm:pt modelId="{6F3F3EF0-99C5-4C54-9C4B-840B801CF6BA}" type="pres">
      <dgm:prSet presAssocID="{C6BBFB42-C2C6-4E7A-8C54-722B46F8A6BA}" presName="sibTrans" presStyleLbl="sibTrans2D1" presStyleIdx="0" presStyleCnt="0"/>
      <dgm:spPr/>
    </dgm:pt>
    <dgm:pt modelId="{435C4B46-5D10-4CB5-9D45-6AB6ECC5811D}" type="pres">
      <dgm:prSet presAssocID="{E996E95D-369A-4D37-9C1C-3D9E95DED245}" presName="compNode" presStyleCnt="0"/>
      <dgm:spPr/>
    </dgm:pt>
    <dgm:pt modelId="{D80BD363-686D-4D83-8A15-2A84AAA61D9E}" type="pres">
      <dgm:prSet presAssocID="{E996E95D-369A-4D37-9C1C-3D9E95DED245}" presName="iconBgRect" presStyleLbl="bgShp" presStyleIdx="3" presStyleCnt="7"/>
      <dgm:spPr/>
    </dgm:pt>
    <dgm:pt modelId="{E92237FA-FF82-4517-A618-9B796183CC02}" type="pres">
      <dgm:prSet presAssocID="{E996E95D-369A-4D37-9C1C-3D9E95DED245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A817E819-2A47-4CA8-A10F-7EF0C6083B17}" type="pres">
      <dgm:prSet presAssocID="{E996E95D-369A-4D37-9C1C-3D9E95DED245}" presName="spaceRect" presStyleCnt="0"/>
      <dgm:spPr/>
    </dgm:pt>
    <dgm:pt modelId="{FEA8B10E-BE51-4C70-B303-F6908B44F75F}" type="pres">
      <dgm:prSet presAssocID="{E996E95D-369A-4D37-9C1C-3D9E95DED245}" presName="textRect" presStyleLbl="revTx" presStyleIdx="3" presStyleCnt="7">
        <dgm:presLayoutVars>
          <dgm:chMax val="1"/>
          <dgm:chPref val="1"/>
        </dgm:presLayoutVars>
      </dgm:prSet>
      <dgm:spPr/>
    </dgm:pt>
    <dgm:pt modelId="{4BDA2226-D7D5-4902-A679-BC97866FB927}" type="pres">
      <dgm:prSet presAssocID="{BA45C7E9-E844-414D-BD97-9BD80E0AB41A}" presName="sibTrans" presStyleLbl="sibTrans2D1" presStyleIdx="0" presStyleCnt="0"/>
      <dgm:spPr/>
    </dgm:pt>
    <dgm:pt modelId="{0967E17E-7146-47DD-92C2-3762D3D4AA28}" type="pres">
      <dgm:prSet presAssocID="{EC4F5ED6-6D8C-42F3-B45F-7597855F888C}" presName="compNode" presStyleCnt="0"/>
      <dgm:spPr/>
    </dgm:pt>
    <dgm:pt modelId="{D21E8395-0CF2-402C-8B47-AA6729B93D09}" type="pres">
      <dgm:prSet presAssocID="{EC4F5ED6-6D8C-42F3-B45F-7597855F888C}" presName="iconBgRect" presStyleLbl="bgShp" presStyleIdx="4" presStyleCnt="7"/>
      <dgm:spPr/>
    </dgm:pt>
    <dgm:pt modelId="{D2BC3F55-6620-4A24-840D-A01973706358}" type="pres">
      <dgm:prSet presAssocID="{EC4F5ED6-6D8C-42F3-B45F-7597855F888C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11DE2BE5-0208-4ED4-AB3E-E4B177250E2A}" type="pres">
      <dgm:prSet presAssocID="{EC4F5ED6-6D8C-42F3-B45F-7597855F888C}" presName="spaceRect" presStyleCnt="0"/>
      <dgm:spPr/>
    </dgm:pt>
    <dgm:pt modelId="{4D0A5D0D-0CE3-48F4-BB7E-AC72E03510B0}" type="pres">
      <dgm:prSet presAssocID="{EC4F5ED6-6D8C-42F3-B45F-7597855F888C}" presName="textRect" presStyleLbl="revTx" presStyleIdx="4" presStyleCnt="7">
        <dgm:presLayoutVars>
          <dgm:chMax val="1"/>
          <dgm:chPref val="1"/>
        </dgm:presLayoutVars>
      </dgm:prSet>
      <dgm:spPr/>
    </dgm:pt>
    <dgm:pt modelId="{C8EDC068-C24E-4F82-8A65-F934C0B50A15}" type="pres">
      <dgm:prSet presAssocID="{98BBFE83-AC5C-43BB-B107-A41C48D12D6D}" presName="sibTrans" presStyleLbl="sibTrans2D1" presStyleIdx="0" presStyleCnt="0"/>
      <dgm:spPr/>
    </dgm:pt>
    <dgm:pt modelId="{9AB0D1B5-91A0-4AC5-9DE7-FDFBB1AAE4E2}" type="pres">
      <dgm:prSet presAssocID="{D2303819-83D5-4833-84F8-8D849F296CA4}" presName="compNode" presStyleCnt="0"/>
      <dgm:spPr/>
    </dgm:pt>
    <dgm:pt modelId="{295C4876-3A05-4E4F-93C0-B9856A0B0DF7}" type="pres">
      <dgm:prSet presAssocID="{D2303819-83D5-4833-84F8-8D849F296CA4}" presName="iconBgRect" presStyleLbl="bgShp" presStyleIdx="5" presStyleCnt="7"/>
      <dgm:spPr/>
    </dgm:pt>
    <dgm:pt modelId="{691990CD-50F1-4F41-B21A-60227E3A56D3}" type="pres">
      <dgm:prSet presAssocID="{D2303819-83D5-4833-84F8-8D849F296CA4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tir"/>
        </a:ext>
      </dgm:extLst>
    </dgm:pt>
    <dgm:pt modelId="{1CA80F73-B408-4478-8435-821DF4904CA1}" type="pres">
      <dgm:prSet presAssocID="{D2303819-83D5-4833-84F8-8D849F296CA4}" presName="spaceRect" presStyleCnt="0"/>
      <dgm:spPr/>
    </dgm:pt>
    <dgm:pt modelId="{02C0C707-5A27-40F9-8AEB-F532904177B1}" type="pres">
      <dgm:prSet presAssocID="{D2303819-83D5-4833-84F8-8D849F296CA4}" presName="textRect" presStyleLbl="revTx" presStyleIdx="5" presStyleCnt="7">
        <dgm:presLayoutVars>
          <dgm:chMax val="1"/>
          <dgm:chPref val="1"/>
        </dgm:presLayoutVars>
      </dgm:prSet>
      <dgm:spPr/>
    </dgm:pt>
    <dgm:pt modelId="{678569B4-672B-4573-8644-D7247D8A64B9}" type="pres">
      <dgm:prSet presAssocID="{26F4F486-0738-4054-8C49-3C9B2E4E25D3}" presName="sibTrans" presStyleLbl="sibTrans2D1" presStyleIdx="0" presStyleCnt="0"/>
      <dgm:spPr/>
    </dgm:pt>
    <dgm:pt modelId="{E2899A72-4B3D-4E77-AC3C-A4F4E3D9C754}" type="pres">
      <dgm:prSet presAssocID="{C7EB633B-1EE0-48A4-8542-111EE8755A08}" presName="compNode" presStyleCnt="0"/>
      <dgm:spPr/>
    </dgm:pt>
    <dgm:pt modelId="{B4709C0A-1EF7-4DAF-A15F-94287494D02A}" type="pres">
      <dgm:prSet presAssocID="{C7EB633B-1EE0-48A4-8542-111EE8755A08}" presName="iconBgRect" presStyleLbl="bgShp" presStyleIdx="6" presStyleCnt="7"/>
      <dgm:spPr/>
    </dgm:pt>
    <dgm:pt modelId="{A9C17060-A9C3-4FF9-BAD2-2D2368B6C421}" type="pres">
      <dgm:prSet presAssocID="{C7EB633B-1EE0-48A4-8542-111EE8755A08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566789B8-9864-45FA-866D-7AEA2ED11CBC}" type="pres">
      <dgm:prSet presAssocID="{C7EB633B-1EE0-48A4-8542-111EE8755A08}" presName="spaceRect" presStyleCnt="0"/>
      <dgm:spPr/>
    </dgm:pt>
    <dgm:pt modelId="{C7B4BE25-CB0F-4046-B82C-C7EE51943803}" type="pres">
      <dgm:prSet presAssocID="{C7EB633B-1EE0-48A4-8542-111EE8755A08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27A4170A-EF73-4B2A-85A2-6D11A6BDAB6C}" type="presOf" srcId="{BA7AFC42-A82E-40E1-B72B-B4DA72058D4E}" destId="{BB1A67DB-3393-4ED9-AE9D-DDC8BC1A710C}" srcOrd="0" destOrd="0" presId="urn:microsoft.com/office/officeart/2018/2/layout/IconCircleList"/>
    <dgm:cxn modelId="{EC544510-18F3-4020-B10D-CBAC9B2804D7}" type="presOf" srcId="{BA45C7E9-E844-414D-BD97-9BD80E0AB41A}" destId="{4BDA2226-D7D5-4902-A679-BC97866FB927}" srcOrd="0" destOrd="0" presId="urn:microsoft.com/office/officeart/2018/2/layout/IconCircleList"/>
    <dgm:cxn modelId="{4986EA14-80A5-478F-988F-8B6946AD3F81}" type="presOf" srcId="{2C5ED872-703B-4F09-B216-2ED476A9630D}" destId="{418AFDEC-90DC-463A-B75D-2ADDB6E18271}" srcOrd="0" destOrd="0" presId="urn:microsoft.com/office/officeart/2018/2/layout/IconCircleList"/>
    <dgm:cxn modelId="{9DBBED14-6B68-4F1C-A5EA-3BB26D9EAB16}" type="presOf" srcId="{C7EB633B-1EE0-48A4-8542-111EE8755A08}" destId="{C7B4BE25-CB0F-4046-B82C-C7EE51943803}" srcOrd="0" destOrd="0" presId="urn:microsoft.com/office/officeart/2018/2/layout/IconCircleList"/>
    <dgm:cxn modelId="{7ED40919-0B0F-4E7D-8315-DF670F86B46F}" type="presOf" srcId="{D2303819-83D5-4833-84F8-8D849F296CA4}" destId="{02C0C707-5A27-40F9-8AEB-F532904177B1}" srcOrd="0" destOrd="0" presId="urn:microsoft.com/office/officeart/2018/2/layout/IconCircleList"/>
    <dgm:cxn modelId="{5C3F1B1F-EC2C-4ACC-A818-C3DED9CB175D}" type="presOf" srcId="{E996E95D-369A-4D37-9C1C-3D9E95DED245}" destId="{FEA8B10E-BE51-4C70-B303-F6908B44F75F}" srcOrd="0" destOrd="0" presId="urn:microsoft.com/office/officeart/2018/2/layout/IconCircleList"/>
    <dgm:cxn modelId="{7FFA072B-369A-449F-9FC8-5FC1591E3DE9}" type="presOf" srcId="{26F4F486-0738-4054-8C49-3C9B2E4E25D3}" destId="{678569B4-672B-4573-8644-D7247D8A64B9}" srcOrd="0" destOrd="0" presId="urn:microsoft.com/office/officeart/2018/2/layout/IconCircleList"/>
    <dgm:cxn modelId="{6D20D149-A8A1-47C7-B1B1-833C0EAFF1EB}" srcId="{613E9015-3516-42AC-93F4-69F33C80A2E3}" destId="{C7EB633B-1EE0-48A4-8542-111EE8755A08}" srcOrd="6" destOrd="0" parTransId="{69794CEC-4D58-4660-B116-55433D30A80D}" sibTransId="{92124131-0129-413E-A960-E266AABBC428}"/>
    <dgm:cxn modelId="{57A9556A-5D57-428F-B003-3B4BD92986FE}" type="presOf" srcId="{613E9015-3516-42AC-93F4-69F33C80A2E3}" destId="{05774B35-DD35-46F6-9D7B-44D42F892832}" srcOrd="0" destOrd="0" presId="urn:microsoft.com/office/officeart/2018/2/layout/IconCircleList"/>
    <dgm:cxn modelId="{CECE484B-FDEE-4B84-9142-36FAF4428683}" type="presOf" srcId="{C6BBFB42-C2C6-4E7A-8C54-722B46F8A6BA}" destId="{6F3F3EF0-99C5-4C54-9C4B-840B801CF6BA}" srcOrd="0" destOrd="0" presId="urn:microsoft.com/office/officeart/2018/2/layout/IconCircleList"/>
    <dgm:cxn modelId="{80879B52-6001-43A3-AA02-78D2AAACE8E4}" type="presOf" srcId="{3C554C98-03B9-4147-AF14-6D5C67B784C8}" destId="{34D2BCE0-5BA9-4FF9-A6C9-E96D3B6B10C5}" srcOrd="0" destOrd="0" presId="urn:microsoft.com/office/officeart/2018/2/layout/IconCircleList"/>
    <dgm:cxn modelId="{9C507A8B-3E10-4C5F-8B19-329D357F70F3}" srcId="{613E9015-3516-42AC-93F4-69F33C80A2E3}" destId="{F5253677-810C-4118-9DBD-0E2B6BEF9ED7}" srcOrd="0" destOrd="0" parTransId="{D69AFB91-6CDA-4663-8006-3885E6E7C0D5}" sibTransId="{2C5ED872-703B-4F09-B216-2ED476A9630D}"/>
    <dgm:cxn modelId="{9581BC9E-FA7E-47EC-9F66-970A846C905B}" type="presOf" srcId="{EC4F5ED6-6D8C-42F3-B45F-7597855F888C}" destId="{4D0A5D0D-0CE3-48F4-BB7E-AC72E03510B0}" srcOrd="0" destOrd="0" presId="urn:microsoft.com/office/officeart/2018/2/layout/IconCircleList"/>
    <dgm:cxn modelId="{DF9B9EA4-816E-4594-A9AD-137BC96E6D0B}" srcId="{613E9015-3516-42AC-93F4-69F33C80A2E3}" destId="{EC4F5ED6-6D8C-42F3-B45F-7597855F888C}" srcOrd="4" destOrd="0" parTransId="{83625C27-CA3A-4097-BD4B-60F957D8F3CE}" sibTransId="{98BBFE83-AC5C-43BB-B107-A41C48D12D6D}"/>
    <dgm:cxn modelId="{1532F2AB-BEB8-47E2-B2DF-90B1F862E5AA}" type="presOf" srcId="{0A4509C6-9FFB-4219-BD7C-667A34E2F789}" destId="{959F96EE-7470-44D9-9F69-98E6E91125DB}" srcOrd="0" destOrd="0" presId="urn:microsoft.com/office/officeart/2018/2/layout/IconCircleList"/>
    <dgm:cxn modelId="{F21234BC-AE07-4AC2-A4C5-9BF5E951E78C}" srcId="{613E9015-3516-42AC-93F4-69F33C80A2E3}" destId="{3C554C98-03B9-4147-AF14-6D5C67B784C8}" srcOrd="1" destOrd="0" parTransId="{8F0B4477-F0DF-479E-90D4-7EFE7669C74B}" sibTransId="{0A4509C6-9FFB-4219-BD7C-667A34E2F789}"/>
    <dgm:cxn modelId="{1FE04FC1-C9AF-425C-A7C7-30E915A32ABD}" srcId="{613E9015-3516-42AC-93F4-69F33C80A2E3}" destId="{E996E95D-369A-4D37-9C1C-3D9E95DED245}" srcOrd="3" destOrd="0" parTransId="{25A467BD-D72D-4A0B-B289-311D76101390}" sibTransId="{BA45C7E9-E844-414D-BD97-9BD80E0AB41A}"/>
    <dgm:cxn modelId="{5A2B1EE2-2188-414E-9CE6-4D97F9D749DC}" type="presOf" srcId="{98BBFE83-AC5C-43BB-B107-A41C48D12D6D}" destId="{C8EDC068-C24E-4F82-8A65-F934C0B50A15}" srcOrd="0" destOrd="0" presId="urn:microsoft.com/office/officeart/2018/2/layout/IconCircleList"/>
    <dgm:cxn modelId="{8C75E2EC-638D-4B7D-BEE7-49483A674C92}" type="presOf" srcId="{F5253677-810C-4118-9DBD-0E2B6BEF9ED7}" destId="{DC2AAAF7-5C39-4DA1-9DD7-292992B9340D}" srcOrd="0" destOrd="0" presId="urn:microsoft.com/office/officeart/2018/2/layout/IconCircleList"/>
    <dgm:cxn modelId="{671F91F5-1219-463A-98BE-CCC8C736AB50}" srcId="{613E9015-3516-42AC-93F4-69F33C80A2E3}" destId="{D2303819-83D5-4833-84F8-8D849F296CA4}" srcOrd="5" destOrd="0" parTransId="{8D51F231-29C8-4EFC-AFC3-549AC0382074}" sibTransId="{26F4F486-0738-4054-8C49-3C9B2E4E25D3}"/>
    <dgm:cxn modelId="{9A9D27F9-F22A-4942-BFA7-87C2590FD3FE}" srcId="{613E9015-3516-42AC-93F4-69F33C80A2E3}" destId="{BA7AFC42-A82E-40E1-B72B-B4DA72058D4E}" srcOrd="2" destOrd="0" parTransId="{0884050D-C68B-428F-91A1-32F311A753D8}" sibTransId="{C6BBFB42-C2C6-4E7A-8C54-722B46F8A6BA}"/>
    <dgm:cxn modelId="{93226232-A8CC-4658-B25C-11D462153B62}" type="presParOf" srcId="{05774B35-DD35-46F6-9D7B-44D42F892832}" destId="{1A8D4EFD-E980-462C-97B4-FAEF1AD98E19}" srcOrd="0" destOrd="0" presId="urn:microsoft.com/office/officeart/2018/2/layout/IconCircleList"/>
    <dgm:cxn modelId="{05038BE8-37EA-4B18-BC14-B697E471A439}" type="presParOf" srcId="{1A8D4EFD-E980-462C-97B4-FAEF1AD98E19}" destId="{85CA7C06-5951-425D-BC6C-8EDE7D2AABD9}" srcOrd="0" destOrd="0" presId="urn:microsoft.com/office/officeart/2018/2/layout/IconCircleList"/>
    <dgm:cxn modelId="{B1D2E673-0D68-4206-B5DE-F8BA925B96AC}" type="presParOf" srcId="{85CA7C06-5951-425D-BC6C-8EDE7D2AABD9}" destId="{08EC450F-25A3-45DD-98C5-21E92F37AB94}" srcOrd="0" destOrd="0" presId="urn:microsoft.com/office/officeart/2018/2/layout/IconCircleList"/>
    <dgm:cxn modelId="{F68C1D85-BAAD-4235-A126-3C633EA0F39A}" type="presParOf" srcId="{85CA7C06-5951-425D-BC6C-8EDE7D2AABD9}" destId="{B5CC84A7-8447-4A31-B16F-5BA934B004D5}" srcOrd="1" destOrd="0" presId="urn:microsoft.com/office/officeart/2018/2/layout/IconCircleList"/>
    <dgm:cxn modelId="{E5DCAA0A-B7BA-4BE2-969D-AC0F0701E6D5}" type="presParOf" srcId="{85CA7C06-5951-425D-BC6C-8EDE7D2AABD9}" destId="{682CF5F9-9E78-42C9-8B90-DA90BFD4ED8A}" srcOrd="2" destOrd="0" presId="urn:microsoft.com/office/officeart/2018/2/layout/IconCircleList"/>
    <dgm:cxn modelId="{61A81B3C-0ECA-491D-AAC8-40DDBC54D422}" type="presParOf" srcId="{85CA7C06-5951-425D-BC6C-8EDE7D2AABD9}" destId="{DC2AAAF7-5C39-4DA1-9DD7-292992B9340D}" srcOrd="3" destOrd="0" presId="urn:microsoft.com/office/officeart/2018/2/layout/IconCircleList"/>
    <dgm:cxn modelId="{94E7F812-545A-42CD-AEB7-67AF24B2EE6E}" type="presParOf" srcId="{1A8D4EFD-E980-462C-97B4-FAEF1AD98E19}" destId="{418AFDEC-90DC-463A-B75D-2ADDB6E18271}" srcOrd="1" destOrd="0" presId="urn:microsoft.com/office/officeart/2018/2/layout/IconCircleList"/>
    <dgm:cxn modelId="{E816B569-83A7-42B9-9AE0-8EB373AC1892}" type="presParOf" srcId="{1A8D4EFD-E980-462C-97B4-FAEF1AD98E19}" destId="{8FF07BB5-142B-4C63-B268-8EFE85D8B05F}" srcOrd="2" destOrd="0" presId="urn:microsoft.com/office/officeart/2018/2/layout/IconCircleList"/>
    <dgm:cxn modelId="{008CC491-EF5A-4996-BDF0-0075C2FFAB56}" type="presParOf" srcId="{8FF07BB5-142B-4C63-B268-8EFE85D8B05F}" destId="{05345DEA-5A54-40AA-9E46-7ED967DEE0D7}" srcOrd="0" destOrd="0" presId="urn:microsoft.com/office/officeart/2018/2/layout/IconCircleList"/>
    <dgm:cxn modelId="{AA956A69-D13E-4846-9CF9-FA56C5241085}" type="presParOf" srcId="{8FF07BB5-142B-4C63-B268-8EFE85D8B05F}" destId="{A052C1A0-7CBE-4C3E-AD5D-56DF8F04BEB0}" srcOrd="1" destOrd="0" presId="urn:microsoft.com/office/officeart/2018/2/layout/IconCircleList"/>
    <dgm:cxn modelId="{CBF9712D-ADDA-4346-9A9A-AF9D6FE4517E}" type="presParOf" srcId="{8FF07BB5-142B-4C63-B268-8EFE85D8B05F}" destId="{04F9E2FC-71E3-48F7-BED4-3E003C0799C0}" srcOrd="2" destOrd="0" presId="urn:microsoft.com/office/officeart/2018/2/layout/IconCircleList"/>
    <dgm:cxn modelId="{291A028D-D924-4003-95CD-4189BBD423D7}" type="presParOf" srcId="{8FF07BB5-142B-4C63-B268-8EFE85D8B05F}" destId="{34D2BCE0-5BA9-4FF9-A6C9-E96D3B6B10C5}" srcOrd="3" destOrd="0" presId="urn:microsoft.com/office/officeart/2018/2/layout/IconCircleList"/>
    <dgm:cxn modelId="{94DEFAF7-A5E1-45A9-B86F-75DD937D96E7}" type="presParOf" srcId="{1A8D4EFD-E980-462C-97B4-FAEF1AD98E19}" destId="{959F96EE-7470-44D9-9F69-98E6E91125DB}" srcOrd="3" destOrd="0" presId="urn:microsoft.com/office/officeart/2018/2/layout/IconCircleList"/>
    <dgm:cxn modelId="{3045C22F-FF96-4763-B560-7D7DBA1C45ED}" type="presParOf" srcId="{1A8D4EFD-E980-462C-97B4-FAEF1AD98E19}" destId="{CA4CD372-05A2-4F35-8363-E2423B3F63FD}" srcOrd="4" destOrd="0" presId="urn:microsoft.com/office/officeart/2018/2/layout/IconCircleList"/>
    <dgm:cxn modelId="{1DF8379F-1FB2-4188-8C2B-A308081E501B}" type="presParOf" srcId="{CA4CD372-05A2-4F35-8363-E2423B3F63FD}" destId="{1A4E8615-C9C4-4B4C-8297-12A73B40B84A}" srcOrd="0" destOrd="0" presId="urn:microsoft.com/office/officeart/2018/2/layout/IconCircleList"/>
    <dgm:cxn modelId="{B59613C0-28AB-485B-A9E2-08EEBF711F42}" type="presParOf" srcId="{CA4CD372-05A2-4F35-8363-E2423B3F63FD}" destId="{EF5A8A7D-7ACB-4D50-9D56-2C810D63AD96}" srcOrd="1" destOrd="0" presId="urn:microsoft.com/office/officeart/2018/2/layout/IconCircleList"/>
    <dgm:cxn modelId="{C61E5302-F496-43DA-80A4-EA11A46559A2}" type="presParOf" srcId="{CA4CD372-05A2-4F35-8363-E2423B3F63FD}" destId="{32F60F77-0F42-4B30-8C1D-174D159C4CFD}" srcOrd="2" destOrd="0" presId="urn:microsoft.com/office/officeart/2018/2/layout/IconCircleList"/>
    <dgm:cxn modelId="{C949DA16-03B9-4D02-87F9-3071F7B9F137}" type="presParOf" srcId="{CA4CD372-05A2-4F35-8363-E2423B3F63FD}" destId="{BB1A67DB-3393-4ED9-AE9D-DDC8BC1A710C}" srcOrd="3" destOrd="0" presId="urn:microsoft.com/office/officeart/2018/2/layout/IconCircleList"/>
    <dgm:cxn modelId="{11DCF2D9-CBDE-4318-A023-3CE0D170B86F}" type="presParOf" srcId="{1A8D4EFD-E980-462C-97B4-FAEF1AD98E19}" destId="{6F3F3EF0-99C5-4C54-9C4B-840B801CF6BA}" srcOrd="5" destOrd="0" presId="urn:microsoft.com/office/officeart/2018/2/layout/IconCircleList"/>
    <dgm:cxn modelId="{CAC1B322-C80C-4B63-8487-820F1C1FAEF7}" type="presParOf" srcId="{1A8D4EFD-E980-462C-97B4-FAEF1AD98E19}" destId="{435C4B46-5D10-4CB5-9D45-6AB6ECC5811D}" srcOrd="6" destOrd="0" presId="urn:microsoft.com/office/officeart/2018/2/layout/IconCircleList"/>
    <dgm:cxn modelId="{5ED33DEC-4CE1-4B3B-BCFC-E587208943BD}" type="presParOf" srcId="{435C4B46-5D10-4CB5-9D45-6AB6ECC5811D}" destId="{D80BD363-686D-4D83-8A15-2A84AAA61D9E}" srcOrd="0" destOrd="0" presId="urn:microsoft.com/office/officeart/2018/2/layout/IconCircleList"/>
    <dgm:cxn modelId="{05E39AD0-A2A2-4DE5-97D3-8E355CB0DBC5}" type="presParOf" srcId="{435C4B46-5D10-4CB5-9D45-6AB6ECC5811D}" destId="{E92237FA-FF82-4517-A618-9B796183CC02}" srcOrd="1" destOrd="0" presId="urn:microsoft.com/office/officeart/2018/2/layout/IconCircleList"/>
    <dgm:cxn modelId="{84E23A19-864A-4E6E-BEE1-FCDF03D11403}" type="presParOf" srcId="{435C4B46-5D10-4CB5-9D45-6AB6ECC5811D}" destId="{A817E819-2A47-4CA8-A10F-7EF0C6083B17}" srcOrd="2" destOrd="0" presId="urn:microsoft.com/office/officeart/2018/2/layout/IconCircleList"/>
    <dgm:cxn modelId="{825BFF37-7E0A-43DF-923B-1BBAC9C02117}" type="presParOf" srcId="{435C4B46-5D10-4CB5-9D45-6AB6ECC5811D}" destId="{FEA8B10E-BE51-4C70-B303-F6908B44F75F}" srcOrd="3" destOrd="0" presId="urn:microsoft.com/office/officeart/2018/2/layout/IconCircleList"/>
    <dgm:cxn modelId="{38425EE3-C602-40E6-A957-18CA43BF5124}" type="presParOf" srcId="{1A8D4EFD-E980-462C-97B4-FAEF1AD98E19}" destId="{4BDA2226-D7D5-4902-A679-BC97866FB927}" srcOrd="7" destOrd="0" presId="urn:microsoft.com/office/officeart/2018/2/layout/IconCircleList"/>
    <dgm:cxn modelId="{3E8EE156-7C2F-4E6D-B5CC-9098CA89A50F}" type="presParOf" srcId="{1A8D4EFD-E980-462C-97B4-FAEF1AD98E19}" destId="{0967E17E-7146-47DD-92C2-3762D3D4AA28}" srcOrd="8" destOrd="0" presId="urn:microsoft.com/office/officeart/2018/2/layout/IconCircleList"/>
    <dgm:cxn modelId="{F36663CC-3C6D-4476-B2F5-A6897D84233E}" type="presParOf" srcId="{0967E17E-7146-47DD-92C2-3762D3D4AA28}" destId="{D21E8395-0CF2-402C-8B47-AA6729B93D09}" srcOrd="0" destOrd="0" presId="urn:microsoft.com/office/officeart/2018/2/layout/IconCircleList"/>
    <dgm:cxn modelId="{18BBBBEA-5258-45D3-8688-50D67AB3F6C5}" type="presParOf" srcId="{0967E17E-7146-47DD-92C2-3762D3D4AA28}" destId="{D2BC3F55-6620-4A24-840D-A01973706358}" srcOrd="1" destOrd="0" presId="urn:microsoft.com/office/officeart/2018/2/layout/IconCircleList"/>
    <dgm:cxn modelId="{0789E208-9311-4E1D-A479-D2EEAB07E4D8}" type="presParOf" srcId="{0967E17E-7146-47DD-92C2-3762D3D4AA28}" destId="{11DE2BE5-0208-4ED4-AB3E-E4B177250E2A}" srcOrd="2" destOrd="0" presId="urn:microsoft.com/office/officeart/2018/2/layout/IconCircleList"/>
    <dgm:cxn modelId="{013A4011-0B71-4F9D-A822-DF9151C65443}" type="presParOf" srcId="{0967E17E-7146-47DD-92C2-3762D3D4AA28}" destId="{4D0A5D0D-0CE3-48F4-BB7E-AC72E03510B0}" srcOrd="3" destOrd="0" presId="urn:microsoft.com/office/officeart/2018/2/layout/IconCircleList"/>
    <dgm:cxn modelId="{BF85CE1B-DDA4-4FDC-9A33-44F0294DBC07}" type="presParOf" srcId="{1A8D4EFD-E980-462C-97B4-FAEF1AD98E19}" destId="{C8EDC068-C24E-4F82-8A65-F934C0B50A15}" srcOrd="9" destOrd="0" presId="urn:microsoft.com/office/officeart/2018/2/layout/IconCircleList"/>
    <dgm:cxn modelId="{33901C9C-CB12-4D84-8775-36B2FFB57D59}" type="presParOf" srcId="{1A8D4EFD-E980-462C-97B4-FAEF1AD98E19}" destId="{9AB0D1B5-91A0-4AC5-9DE7-FDFBB1AAE4E2}" srcOrd="10" destOrd="0" presId="urn:microsoft.com/office/officeart/2018/2/layout/IconCircleList"/>
    <dgm:cxn modelId="{BA3251C0-3CE8-4A4A-8B91-8BABF5AE8CA0}" type="presParOf" srcId="{9AB0D1B5-91A0-4AC5-9DE7-FDFBB1AAE4E2}" destId="{295C4876-3A05-4E4F-93C0-B9856A0B0DF7}" srcOrd="0" destOrd="0" presId="urn:microsoft.com/office/officeart/2018/2/layout/IconCircleList"/>
    <dgm:cxn modelId="{7C479D8F-CF5C-4226-BE07-6DA611F76A15}" type="presParOf" srcId="{9AB0D1B5-91A0-4AC5-9DE7-FDFBB1AAE4E2}" destId="{691990CD-50F1-4F41-B21A-60227E3A56D3}" srcOrd="1" destOrd="0" presId="urn:microsoft.com/office/officeart/2018/2/layout/IconCircleList"/>
    <dgm:cxn modelId="{B65AEF17-28A2-4A25-9417-9993DCAB48AB}" type="presParOf" srcId="{9AB0D1B5-91A0-4AC5-9DE7-FDFBB1AAE4E2}" destId="{1CA80F73-B408-4478-8435-821DF4904CA1}" srcOrd="2" destOrd="0" presId="urn:microsoft.com/office/officeart/2018/2/layout/IconCircleList"/>
    <dgm:cxn modelId="{CD63BC87-7D0B-4A9D-AEB1-E9E01E4817D5}" type="presParOf" srcId="{9AB0D1B5-91A0-4AC5-9DE7-FDFBB1AAE4E2}" destId="{02C0C707-5A27-40F9-8AEB-F532904177B1}" srcOrd="3" destOrd="0" presId="urn:microsoft.com/office/officeart/2018/2/layout/IconCircleList"/>
    <dgm:cxn modelId="{46E045CC-EA92-42FC-8480-F7CB629EA69C}" type="presParOf" srcId="{1A8D4EFD-E980-462C-97B4-FAEF1AD98E19}" destId="{678569B4-672B-4573-8644-D7247D8A64B9}" srcOrd="11" destOrd="0" presId="urn:microsoft.com/office/officeart/2018/2/layout/IconCircleList"/>
    <dgm:cxn modelId="{9786398E-4299-4648-A1FF-C0D9B83D5A40}" type="presParOf" srcId="{1A8D4EFD-E980-462C-97B4-FAEF1AD98E19}" destId="{E2899A72-4B3D-4E77-AC3C-A4F4E3D9C754}" srcOrd="12" destOrd="0" presId="urn:microsoft.com/office/officeart/2018/2/layout/IconCircleList"/>
    <dgm:cxn modelId="{769C4D3C-0FCC-40A0-9D63-512E99FB06B7}" type="presParOf" srcId="{E2899A72-4B3D-4E77-AC3C-A4F4E3D9C754}" destId="{B4709C0A-1EF7-4DAF-A15F-94287494D02A}" srcOrd="0" destOrd="0" presId="urn:microsoft.com/office/officeart/2018/2/layout/IconCircleList"/>
    <dgm:cxn modelId="{11EC19FF-DF56-4BD2-8A52-721CC7DB7F10}" type="presParOf" srcId="{E2899A72-4B3D-4E77-AC3C-A4F4E3D9C754}" destId="{A9C17060-A9C3-4FF9-BAD2-2D2368B6C421}" srcOrd="1" destOrd="0" presId="urn:microsoft.com/office/officeart/2018/2/layout/IconCircleList"/>
    <dgm:cxn modelId="{D300D393-992E-4005-AF73-356F7DBAA5B6}" type="presParOf" srcId="{E2899A72-4B3D-4E77-AC3C-A4F4E3D9C754}" destId="{566789B8-9864-45FA-866D-7AEA2ED11CBC}" srcOrd="2" destOrd="0" presId="urn:microsoft.com/office/officeart/2018/2/layout/IconCircleList"/>
    <dgm:cxn modelId="{0D1C6D0E-D4E8-441A-A42B-51C52B53F445}" type="presParOf" srcId="{E2899A72-4B3D-4E77-AC3C-A4F4E3D9C754}" destId="{C7B4BE25-CB0F-4046-B82C-C7EE5194380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7D09CDA-1956-4150-9170-9D1666D6FD34}" type="doc">
      <dgm:prSet loTypeId="urn:microsoft.com/office/officeart/2018/2/layout/IconLabelList" loCatId="icon" qsTypeId="urn:microsoft.com/office/officeart/2005/8/quickstyle/simple1#88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3367DBB-1AC1-40B7-8CDF-DA968B95343F}">
      <dgm:prSet/>
      <dgm:spPr/>
      <dgm:t>
        <a:bodyPr/>
        <a:lstStyle/>
        <a:p>
          <a:r>
            <a:rPr lang="en-US"/>
            <a:t>• Crear la ventana principal y configurar la interfaz.</a:t>
          </a:r>
        </a:p>
      </dgm:t>
    </dgm:pt>
    <dgm:pt modelId="{BEC100CC-2AEC-4633-94AB-4B61311BDC21}" type="parTrans" cxnId="{05239F5E-C061-428C-B10E-0D5FC12B1D1F}">
      <dgm:prSet/>
      <dgm:spPr/>
      <dgm:t>
        <a:bodyPr/>
        <a:lstStyle/>
        <a:p>
          <a:endParaRPr lang="en-US"/>
        </a:p>
      </dgm:t>
    </dgm:pt>
    <dgm:pt modelId="{707EA532-F3B1-40A2-AA85-86C7EB912996}" type="sibTrans" cxnId="{05239F5E-C061-428C-B10E-0D5FC12B1D1F}">
      <dgm:prSet/>
      <dgm:spPr/>
      <dgm:t>
        <a:bodyPr/>
        <a:lstStyle/>
        <a:p>
          <a:endParaRPr lang="en-US"/>
        </a:p>
      </dgm:t>
    </dgm:pt>
    <dgm:pt modelId="{1B5C9EFB-5CA4-45AA-B042-34F26221AD09}">
      <dgm:prSet/>
      <dgm:spPr/>
      <dgm:t>
        <a:bodyPr/>
        <a:lstStyle/>
        <a:p>
          <a:r>
            <a:rPr lang="en-US"/>
            <a:t>• Crear el menú y conectar la base de datos.</a:t>
          </a:r>
        </a:p>
      </dgm:t>
    </dgm:pt>
    <dgm:pt modelId="{CC453764-1B72-481C-A892-4226F0DBEB70}" type="parTrans" cxnId="{833173D4-1554-40CA-A8BD-394800F40FDA}">
      <dgm:prSet/>
      <dgm:spPr/>
      <dgm:t>
        <a:bodyPr/>
        <a:lstStyle/>
        <a:p>
          <a:endParaRPr lang="en-US"/>
        </a:p>
      </dgm:t>
    </dgm:pt>
    <dgm:pt modelId="{C397192E-FC6F-4B47-8359-E08BC87B644E}" type="sibTrans" cxnId="{833173D4-1554-40CA-A8BD-394800F40FDA}">
      <dgm:prSet/>
      <dgm:spPr/>
      <dgm:t>
        <a:bodyPr/>
        <a:lstStyle/>
        <a:p>
          <a:endParaRPr lang="en-US"/>
        </a:p>
      </dgm:t>
    </dgm:pt>
    <dgm:pt modelId="{93214391-DA23-4C20-A4F1-5B7D7CA09DCE}">
      <dgm:prSet/>
      <dgm:spPr/>
      <dgm:t>
        <a:bodyPr/>
        <a:lstStyle/>
        <a:p>
          <a:r>
            <a:rPr lang="en-US"/>
            <a:t>• Crear la tabla si no existe y mostrar los registros.</a:t>
          </a:r>
        </a:p>
      </dgm:t>
    </dgm:pt>
    <dgm:pt modelId="{7B536179-DC94-48FA-8EC3-DE3DEBFBDC8A}" type="parTrans" cxnId="{D6BEC8BD-849C-4BB5-90EA-8789E3A360F7}">
      <dgm:prSet/>
      <dgm:spPr/>
      <dgm:t>
        <a:bodyPr/>
        <a:lstStyle/>
        <a:p>
          <a:endParaRPr lang="en-US"/>
        </a:p>
      </dgm:t>
    </dgm:pt>
    <dgm:pt modelId="{94DBED31-F9B9-48B6-800A-7AA846E9B81B}" type="sibTrans" cxnId="{D6BEC8BD-849C-4BB5-90EA-8789E3A360F7}">
      <dgm:prSet/>
      <dgm:spPr/>
      <dgm:t>
        <a:bodyPr/>
        <a:lstStyle/>
        <a:p>
          <a:endParaRPr lang="en-US"/>
        </a:p>
      </dgm:t>
    </dgm:pt>
    <dgm:pt modelId="{C95AF5A1-3512-45C8-9298-2ECDE889C16A}">
      <dgm:prSet/>
      <dgm:spPr/>
      <dgm:t>
        <a:bodyPr/>
        <a:lstStyle/>
        <a:p>
          <a:r>
            <a:rPr lang="en-US"/>
            <a:t>• Implementar inserción, selección, actualización y eliminación.</a:t>
          </a:r>
        </a:p>
      </dgm:t>
    </dgm:pt>
    <dgm:pt modelId="{E0CEDD9F-B435-4BB5-9616-E7F69AE2DA8A}" type="parTrans" cxnId="{0405CBC9-6150-45FE-85A8-6162FAF36FE8}">
      <dgm:prSet/>
      <dgm:spPr/>
      <dgm:t>
        <a:bodyPr/>
        <a:lstStyle/>
        <a:p>
          <a:endParaRPr lang="en-US"/>
        </a:p>
      </dgm:t>
    </dgm:pt>
    <dgm:pt modelId="{12F52CEB-FB99-4C73-A20F-37DF3E018FAA}" type="sibTrans" cxnId="{0405CBC9-6150-45FE-85A8-6162FAF36FE8}">
      <dgm:prSet/>
      <dgm:spPr/>
      <dgm:t>
        <a:bodyPr/>
        <a:lstStyle/>
        <a:p>
          <a:endParaRPr lang="en-US"/>
        </a:p>
      </dgm:t>
    </dgm:pt>
    <dgm:pt modelId="{A1FE7E49-B64A-463B-9C91-DDFAC02A37EF}">
      <dgm:prSet/>
      <dgm:spPr/>
      <dgm:t>
        <a:bodyPr/>
        <a:lstStyle/>
        <a:p>
          <a:r>
            <a:rPr lang="en-US"/>
            <a:t>• Agregar validaciones e interacción con la tabla.</a:t>
          </a:r>
        </a:p>
      </dgm:t>
    </dgm:pt>
    <dgm:pt modelId="{055CCEB7-314A-42EE-9E26-0D04D125B7D4}" type="parTrans" cxnId="{65654AF1-1C4F-4476-9D96-2185132C3AC5}">
      <dgm:prSet/>
      <dgm:spPr/>
      <dgm:t>
        <a:bodyPr/>
        <a:lstStyle/>
        <a:p>
          <a:endParaRPr lang="en-US"/>
        </a:p>
      </dgm:t>
    </dgm:pt>
    <dgm:pt modelId="{495A1E2E-922F-49D1-B4DB-86AB91F55A13}" type="sibTrans" cxnId="{65654AF1-1C4F-4476-9D96-2185132C3AC5}">
      <dgm:prSet/>
      <dgm:spPr/>
      <dgm:t>
        <a:bodyPr/>
        <a:lstStyle/>
        <a:p>
          <a:endParaRPr lang="en-US"/>
        </a:p>
      </dgm:t>
    </dgm:pt>
    <dgm:pt modelId="{990E13AE-6685-45BE-9140-1328C8A49844}" type="pres">
      <dgm:prSet presAssocID="{27D09CDA-1956-4150-9170-9D1666D6FD34}" presName="root" presStyleCnt="0">
        <dgm:presLayoutVars>
          <dgm:dir/>
          <dgm:resizeHandles val="exact"/>
        </dgm:presLayoutVars>
      </dgm:prSet>
      <dgm:spPr/>
    </dgm:pt>
    <dgm:pt modelId="{7DA1D6FF-95DC-48EE-8B59-71554DA46183}" type="pres">
      <dgm:prSet presAssocID="{23367DBB-1AC1-40B7-8CDF-DA968B95343F}" presName="compNode" presStyleCnt="0"/>
      <dgm:spPr/>
    </dgm:pt>
    <dgm:pt modelId="{DD3F9401-34F8-44A8-B134-5A58D1AF591E}" type="pres">
      <dgm:prSet presAssocID="{23367DBB-1AC1-40B7-8CDF-DA968B95343F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2E718CEC-DEC7-4421-8F23-45B5FE7376F7}" type="pres">
      <dgm:prSet presAssocID="{23367DBB-1AC1-40B7-8CDF-DA968B95343F}" presName="spaceRect" presStyleCnt="0"/>
      <dgm:spPr/>
    </dgm:pt>
    <dgm:pt modelId="{FAB2DF66-FB47-4AC4-A852-B57B39194B0E}" type="pres">
      <dgm:prSet presAssocID="{23367DBB-1AC1-40B7-8CDF-DA968B95343F}" presName="textRect" presStyleLbl="revTx" presStyleIdx="0" presStyleCnt="5">
        <dgm:presLayoutVars>
          <dgm:chMax val="1"/>
          <dgm:chPref val="1"/>
        </dgm:presLayoutVars>
      </dgm:prSet>
      <dgm:spPr/>
    </dgm:pt>
    <dgm:pt modelId="{AE9A982F-D61A-48B1-A8F2-69AAA8D813F3}" type="pres">
      <dgm:prSet presAssocID="{707EA532-F3B1-40A2-AA85-86C7EB912996}" presName="sibTrans" presStyleCnt="0"/>
      <dgm:spPr/>
    </dgm:pt>
    <dgm:pt modelId="{0EBA5016-7CCB-4CB5-A9D3-D4E17AC8FDC4}" type="pres">
      <dgm:prSet presAssocID="{1B5C9EFB-5CA4-45AA-B042-34F26221AD09}" presName="compNode" presStyleCnt="0"/>
      <dgm:spPr/>
    </dgm:pt>
    <dgm:pt modelId="{E2762CDE-B7C9-44F2-8631-DE3204038BD4}" type="pres">
      <dgm:prSet presAssocID="{1B5C9EFB-5CA4-45AA-B042-34F26221AD09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eo"/>
        </a:ext>
      </dgm:extLst>
    </dgm:pt>
    <dgm:pt modelId="{051BCFAA-16FC-4E3B-99C6-36AE7F47F3A3}" type="pres">
      <dgm:prSet presAssocID="{1B5C9EFB-5CA4-45AA-B042-34F26221AD09}" presName="spaceRect" presStyleCnt="0"/>
      <dgm:spPr/>
    </dgm:pt>
    <dgm:pt modelId="{D804D285-1C33-475B-92CB-C107E2506018}" type="pres">
      <dgm:prSet presAssocID="{1B5C9EFB-5CA4-45AA-B042-34F26221AD09}" presName="textRect" presStyleLbl="revTx" presStyleIdx="1" presStyleCnt="5">
        <dgm:presLayoutVars>
          <dgm:chMax val="1"/>
          <dgm:chPref val="1"/>
        </dgm:presLayoutVars>
      </dgm:prSet>
      <dgm:spPr/>
    </dgm:pt>
    <dgm:pt modelId="{225DECA0-F7DE-44A8-8B7E-D08D716F668F}" type="pres">
      <dgm:prSet presAssocID="{C397192E-FC6F-4B47-8359-E08BC87B644E}" presName="sibTrans" presStyleCnt="0"/>
      <dgm:spPr/>
    </dgm:pt>
    <dgm:pt modelId="{9FBE5AE0-125E-47A0-970C-FA48F6E9F55B}" type="pres">
      <dgm:prSet presAssocID="{93214391-DA23-4C20-A4F1-5B7D7CA09DCE}" presName="compNode" presStyleCnt="0"/>
      <dgm:spPr/>
    </dgm:pt>
    <dgm:pt modelId="{321BFAFE-A9DE-4CC8-8083-A3F811DC3CC3}" type="pres">
      <dgm:prSet presAssocID="{93214391-DA23-4C20-A4F1-5B7D7CA09DCE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5ADB0B16-85D3-4D8A-98ED-F7D16C558EF6}" type="pres">
      <dgm:prSet presAssocID="{93214391-DA23-4C20-A4F1-5B7D7CA09DCE}" presName="spaceRect" presStyleCnt="0"/>
      <dgm:spPr/>
    </dgm:pt>
    <dgm:pt modelId="{C8762451-2A9D-4AEF-9895-C761D705AFB6}" type="pres">
      <dgm:prSet presAssocID="{93214391-DA23-4C20-A4F1-5B7D7CA09DCE}" presName="textRect" presStyleLbl="revTx" presStyleIdx="2" presStyleCnt="5">
        <dgm:presLayoutVars>
          <dgm:chMax val="1"/>
          <dgm:chPref val="1"/>
        </dgm:presLayoutVars>
      </dgm:prSet>
      <dgm:spPr/>
    </dgm:pt>
    <dgm:pt modelId="{93873F2C-5DD7-47BF-B6E7-4014A66C0B00}" type="pres">
      <dgm:prSet presAssocID="{94DBED31-F9B9-48B6-800A-7AA846E9B81B}" presName="sibTrans" presStyleCnt="0"/>
      <dgm:spPr/>
    </dgm:pt>
    <dgm:pt modelId="{32A5D0D6-585A-45BD-8297-106B8C6F7BF9}" type="pres">
      <dgm:prSet presAssocID="{C95AF5A1-3512-45C8-9298-2ECDE889C16A}" presName="compNode" presStyleCnt="0"/>
      <dgm:spPr/>
    </dgm:pt>
    <dgm:pt modelId="{14638E70-D639-4177-BA41-76D896396874}" type="pres">
      <dgm:prSet presAssocID="{C95AF5A1-3512-45C8-9298-2ECDE889C16A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ar"/>
        </a:ext>
      </dgm:extLst>
    </dgm:pt>
    <dgm:pt modelId="{75C70BC6-9D1A-4401-AD07-455D80CC2E2D}" type="pres">
      <dgm:prSet presAssocID="{C95AF5A1-3512-45C8-9298-2ECDE889C16A}" presName="spaceRect" presStyleCnt="0"/>
      <dgm:spPr/>
    </dgm:pt>
    <dgm:pt modelId="{C4079705-6981-41AB-BA78-C99C5E3F210E}" type="pres">
      <dgm:prSet presAssocID="{C95AF5A1-3512-45C8-9298-2ECDE889C16A}" presName="textRect" presStyleLbl="revTx" presStyleIdx="3" presStyleCnt="5">
        <dgm:presLayoutVars>
          <dgm:chMax val="1"/>
          <dgm:chPref val="1"/>
        </dgm:presLayoutVars>
      </dgm:prSet>
      <dgm:spPr/>
    </dgm:pt>
    <dgm:pt modelId="{CB09EADA-1C9D-4D5F-8D5D-2E09077B3323}" type="pres">
      <dgm:prSet presAssocID="{12F52CEB-FB99-4C73-A20F-37DF3E018FAA}" presName="sibTrans" presStyleCnt="0"/>
      <dgm:spPr/>
    </dgm:pt>
    <dgm:pt modelId="{19EDBF6D-A5C1-432A-9FF2-07A92687BFA1}" type="pres">
      <dgm:prSet presAssocID="{A1FE7E49-B64A-463B-9C91-DDFAC02A37EF}" presName="compNode" presStyleCnt="0"/>
      <dgm:spPr/>
    </dgm:pt>
    <dgm:pt modelId="{083C3938-C0F2-4877-83F5-AE1D647CA2CD}" type="pres">
      <dgm:prSet presAssocID="{A1FE7E49-B64A-463B-9C91-DDFAC02A37EF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D59AD1CC-FFBF-44A8-B927-A90F1BA93F60}" type="pres">
      <dgm:prSet presAssocID="{A1FE7E49-B64A-463B-9C91-DDFAC02A37EF}" presName="spaceRect" presStyleCnt="0"/>
      <dgm:spPr/>
    </dgm:pt>
    <dgm:pt modelId="{855C724F-6999-4220-8A56-A6EEF394DFD4}" type="pres">
      <dgm:prSet presAssocID="{A1FE7E49-B64A-463B-9C91-DDFAC02A37E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0F44E83D-6F5E-47D9-94B2-AC57D8C46741}" type="presOf" srcId="{93214391-DA23-4C20-A4F1-5B7D7CA09DCE}" destId="{C8762451-2A9D-4AEF-9895-C761D705AFB6}" srcOrd="0" destOrd="0" presId="urn:microsoft.com/office/officeart/2018/2/layout/IconLabelList"/>
    <dgm:cxn modelId="{AAC96E40-D0C7-42F5-A933-35124667F0DA}" type="presOf" srcId="{C95AF5A1-3512-45C8-9298-2ECDE889C16A}" destId="{C4079705-6981-41AB-BA78-C99C5E3F210E}" srcOrd="0" destOrd="0" presId="urn:microsoft.com/office/officeart/2018/2/layout/IconLabelList"/>
    <dgm:cxn modelId="{05239F5E-C061-428C-B10E-0D5FC12B1D1F}" srcId="{27D09CDA-1956-4150-9170-9D1666D6FD34}" destId="{23367DBB-1AC1-40B7-8CDF-DA968B95343F}" srcOrd="0" destOrd="0" parTransId="{BEC100CC-2AEC-4633-94AB-4B61311BDC21}" sibTransId="{707EA532-F3B1-40A2-AA85-86C7EB912996}"/>
    <dgm:cxn modelId="{99D54276-E3C4-4E20-8F92-CBEBAC3BA961}" type="presOf" srcId="{27D09CDA-1956-4150-9170-9D1666D6FD34}" destId="{990E13AE-6685-45BE-9140-1328C8A49844}" srcOrd="0" destOrd="0" presId="urn:microsoft.com/office/officeart/2018/2/layout/IconLabelList"/>
    <dgm:cxn modelId="{9F7BAB97-4B31-49E7-885D-1675F25A6A92}" type="presOf" srcId="{1B5C9EFB-5CA4-45AA-B042-34F26221AD09}" destId="{D804D285-1C33-475B-92CB-C107E2506018}" srcOrd="0" destOrd="0" presId="urn:microsoft.com/office/officeart/2018/2/layout/IconLabelList"/>
    <dgm:cxn modelId="{0A5C8099-4A8E-4FE5-9BC8-5579D85FE483}" type="presOf" srcId="{23367DBB-1AC1-40B7-8CDF-DA968B95343F}" destId="{FAB2DF66-FB47-4AC4-A852-B57B39194B0E}" srcOrd="0" destOrd="0" presId="urn:microsoft.com/office/officeart/2018/2/layout/IconLabelList"/>
    <dgm:cxn modelId="{C104F19F-E382-41DA-A62B-B3D57A95FA14}" type="presOf" srcId="{A1FE7E49-B64A-463B-9C91-DDFAC02A37EF}" destId="{855C724F-6999-4220-8A56-A6EEF394DFD4}" srcOrd="0" destOrd="0" presId="urn:microsoft.com/office/officeart/2018/2/layout/IconLabelList"/>
    <dgm:cxn modelId="{D6BEC8BD-849C-4BB5-90EA-8789E3A360F7}" srcId="{27D09CDA-1956-4150-9170-9D1666D6FD34}" destId="{93214391-DA23-4C20-A4F1-5B7D7CA09DCE}" srcOrd="2" destOrd="0" parTransId="{7B536179-DC94-48FA-8EC3-DE3DEBFBDC8A}" sibTransId="{94DBED31-F9B9-48B6-800A-7AA846E9B81B}"/>
    <dgm:cxn modelId="{0405CBC9-6150-45FE-85A8-6162FAF36FE8}" srcId="{27D09CDA-1956-4150-9170-9D1666D6FD34}" destId="{C95AF5A1-3512-45C8-9298-2ECDE889C16A}" srcOrd="3" destOrd="0" parTransId="{E0CEDD9F-B435-4BB5-9616-E7F69AE2DA8A}" sibTransId="{12F52CEB-FB99-4C73-A20F-37DF3E018FAA}"/>
    <dgm:cxn modelId="{833173D4-1554-40CA-A8BD-394800F40FDA}" srcId="{27D09CDA-1956-4150-9170-9D1666D6FD34}" destId="{1B5C9EFB-5CA4-45AA-B042-34F26221AD09}" srcOrd="1" destOrd="0" parTransId="{CC453764-1B72-481C-A892-4226F0DBEB70}" sibTransId="{C397192E-FC6F-4B47-8359-E08BC87B644E}"/>
    <dgm:cxn modelId="{65654AF1-1C4F-4476-9D96-2185132C3AC5}" srcId="{27D09CDA-1956-4150-9170-9D1666D6FD34}" destId="{A1FE7E49-B64A-463B-9C91-DDFAC02A37EF}" srcOrd="4" destOrd="0" parTransId="{055CCEB7-314A-42EE-9E26-0D04D125B7D4}" sibTransId="{495A1E2E-922F-49D1-B4DB-86AB91F55A13}"/>
    <dgm:cxn modelId="{60B84A2E-C32A-4E95-8797-2F469D8DF909}" type="presParOf" srcId="{990E13AE-6685-45BE-9140-1328C8A49844}" destId="{7DA1D6FF-95DC-48EE-8B59-71554DA46183}" srcOrd="0" destOrd="0" presId="urn:microsoft.com/office/officeart/2018/2/layout/IconLabelList"/>
    <dgm:cxn modelId="{78C715AD-46DF-4062-87AA-CE5634C2FD72}" type="presParOf" srcId="{7DA1D6FF-95DC-48EE-8B59-71554DA46183}" destId="{DD3F9401-34F8-44A8-B134-5A58D1AF591E}" srcOrd="0" destOrd="0" presId="urn:microsoft.com/office/officeart/2018/2/layout/IconLabelList"/>
    <dgm:cxn modelId="{ECFB2B37-11D5-46E8-941A-D8083BEA04A8}" type="presParOf" srcId="{7DA1D6FF-95DC-48EE-8B59-71554DA46183}" destId="{2E718CEC-DEC7-4421-8F23-45B5FE7376F7}" srcOrd="1" destOrd="0" presId="urn:microsoft.com/office/officeart/2018/2/layout/IconLabelList"/>
    <dgm:cxn modelId="{35C002DE-6017-4771-9A41-EC41BCCCD8BF}" type="presParOf" srcId="{7DA1D6FF-95DC-48EE-8B59-71554DA46183}" destId="{FAB2DF66-FB47-4AC4-A852-B57B39194B0E}" srcOrd="2" destOrd="0" presId="urn:microsoft.com/office/officeart/2018/2/layout/IconLabelList"/>
    <dgm:cxn modelId="{F60BB940-09E4-44D0-BA5D-6576E58762C9}" type="presParOf" srcId="{990E13AE-6685-45BE-9140-1328C8A49844}" destId="{AE9A982F-D61A-48B1-A8F2-69AAA8D813F3}" srcOrd="1" destOrd="0" presId="urn:microsoft.com/office/officeart/2018/2/layout/IconLabelList"/>
    <dgm:cxn modelId="{180091EE-9948-4DE2-9951-6101CF30146F}" type="presParOf" srcId="{990E13AE-6685-45BE-9140-1328C8A49844}" destId="{0EBA5016-7CCB-4CB5-A9D3-D4E17AC8FDC4}" srcOrd="2" destOrd="0" presId="urn:microsoft.com/office/officeart/2018/2/layout/IconLabelList"/>
    <dgm:cxn modelId="{4ABE44B8-E508-4973-9BE4-B83B4E94438B}" type="presParOf" srcId="{0EBA5016-7CCB-4CB5-A9D3-D4E17AC8FDC4}" destId="{E2762CDE-B7C9-44F2-8631-DE3204038BD4}" srcOrd="0" destOrd="0" presId="urn:microsoft.com/office/officeart/2018/2/layout/IconLabelList"/>
    <dgm:cxn modelId="{BA60DCFD-D1A8-4F8C-842B-465FEAC29342}" type="presParOf" srcId="{0EBA5016-7CCB-4CB5-A9D3-D4E17AC8FDC4}" destId="{051BCFAA-16FC-4E3B-99C6-36AE7F47F3A3}" srcOrd="1" destOrd="0" presId="urn:microsoft.com/office/officeart/2018/2/layout/IconLabelList"/>
    <dgm:cxn modelId="{A2392BFC-528C-43F5-A0DA-DEE62CF8DA4E}" type="presParOf" srcId="{0EBA5016-7CCB-4CB5-A9D3-D4E17AC8FDC4}" destId="{D804D285-1C33-475B-92CB-C107E2506018}" srcOrd="2" destOrd="0" presId="urn:microsoft.com/office/officeart/2018/2/layout/IconLabelList"/>
    <dgm:cxn modelId="{22B91E83-3043-49CE-9697-23930476E5B1}" type="presParOf" srcId="{990E13AE-6685-45BE-9140-1328C8A49844}" destId="{225DECA0-F7DE-44A8-8B7E-D08D716F668F}" srcOrd="3" destOrd="0" presId="urn:microsoft.com/office/officeart/2018/2/layout/IconLabelList"/>
    <dgm:cxn modelId="{E33276E1-86DE-4D59-A528-BBFB8D2D15D8}" type="presParOf" srcId="{990E13AE-6685-45BE-9140-1328C8A49844}" destId="{9FBE5AE0-125E-47A0-970C-FA48F6E9F55B}" srcOrd="4" destOrd="0" presId="urn:microsoft.com/office/officeart/2018/2/layout/IconLabelList"/>
    <dgm:cxn modelId="{C874C7F9-C0C4-4630-819D-FA5C60FE3A4B}" type="presParOf" srcId="{9FBE5AE0-125E-47A0-970C-FA48F6E9F55B}" destId="{321BFAFE-A9DE-4CC8-8083-A3F811DC3CC3}" srcOrd="0" destOrd="0" presId="urn:microsoft.com/office/officeart/2018/2/layout/IconLabelList"/>
    <dgm:cxn modelId="{772FFA39-34A2-48F8-AD7B-503161C86A04}" type="presParOf" srcId="{9FBE5AE0-125E-47A0-970C-FA48F6E9F55B}" destId="{5ADB0B16-85D3-4D8A-98ED-F7D16C558EF6}" srcOrd="1" destOrd="0" presId="urn:microsoft.com/office/officeart/2018/2/layout/IconLabelList"/>
    <dgm:cxn modelId="{D5A145A9-E1BA-4E35-92A7-626BA1C35776}" type="presParOf" srcId="{9FBE5AE0-125E-47A0-970C-FA48F6E9F55B}" destId="{C8762451-2A9D-4AEF-9895-C761D705AFB6}" srcOrd="2" destOrd="0" presId="urn:microsoft.com/office/officeart/2018/2/layout/IconLabelList"/>
    <dgm:cxn modelId="{15F4DFCD-8435-488B-A2E3-366BBB6DDC67}" type="presParOf" srcId="{990E13AE-6685-45BE-9140-1328C8A49844}" destId="{93873F2C-5DD7-47BF-B6E7-4014A66C0B00}" srcOrd="5" destOrd="0" presId="urn:microsoft.com/office/officeart/2018/2/layout/IconLabelList"/>
    <dgm:cxn modelId="{6E028E93-9464-464A-B197-7E0D787F5834}" type="presParOf" srcId="{990E13AE-6685-45BE-9140-1328C8A49844}" destId="{32A5D0D6-585A-45BD-8297-106B8C6F7BF9}" srcOrd="6" destOrd="0" presId="urn:microsoft.com/office/officeart/2018/2/layout/IconLabelList"/>
    <dgm:cxn modelId="{E6A9FC87-4519-4394-8CB5-53BC1BC0F7D9}" type="presParOf" srcId="{32A5D0D6-585A-45BD-8297-106B8C6F7BF9}" destId="{14638E70-D639-4177-BA41-76D896396874}" srcOrd="0" destOrd="0" presId="urn:microsoft.com/office/officeart/2018/2/layout/IconLabelList"/>
    <dgm:cxn modelId="{680C8187-ACF4-4F07-8B1E-2B22CF3D36F3}" type="presParOf" srcId="{32A5D0D6-585A-45BD-8297-106B8C6F7BF9}" destId="{75C70BC6-9D1A-4401-AD07-455D80CC2E2D}" srcOrd="1" destOrd="0" presId="urn:microsoft.com/office/officeart/2018/2/layout/IconLabelList"/>
    <dgm:cxn modelId="{9692DA53-EA16-4473-B9C2-7BFAF1AD58A7}" type="presParOf" srcId="{32A5D0D6-585A-45BD-8297-106B8C6F7BF9}" destId="{C4079705-6981-41AB-BA78-C99C5E3F210E}" srcOrd="2" destOrd="0" presId="urn:microsoft.com/office/officeart/2018/2/layout/IconLabelList"/>
    <dgm:cxn modelId="{8B5C26A6-AFF3-408E-9D22-305ECE68BB4D}" type="presParOf" srcId="{990E13AE-6685-45BE-9140-1328C8A49844}" destId="{CB09EADA-1C9D-4D5F-8D5D-2E09077B3323}" srcOrd="7" destOrd="0" presId="urn:microsoft.com/office/officeart/2018/2/layout/IconLabelList"/>
    <dgm:cxn modelId="{E1457A02-7FA0-4A34-B8A7-DE11D2E80629}" type="presParOf" srcId="{990E13AE-6685-45BE-9140-1328C8A49844}" destId="{19EDBF6D-A5C1-432A-9FF2-07A92687BFA1}" srcOrd="8" destOrd="0" presId="urn:microsoft.com/office/officeart/2018/2/layout/IconLabelList"/>
    <dgm:cxn modelId="{EEC7B939-FA3A-4C61-8DFB-9E1A431298C4}" type="presParOf" srcId="{19EDBF6D-A5C1-432A-9FF2-07A92687BFA1}" destId="{083C3938-C0F2-4877-83F5-AE1D647CA2CD}" srcOrd="0" destOrd="0" presId="urn:microsoft.com/office/officeart/2018/2/layout/IconLabelList"/>
    <dgm:cxn modelId="{5A6F4656-E9D2-4B47-A83C-DBB722D27C73}" type="presParOf" srcId="{19EDBF6D-A5C1-432A-9FF2-07A92687BFA1}" destId="{D59AD1CC-FFBF-44A8-B927-A90F1BA93F60}" srcOrd="1" destOrd="0" presId="urn:microsoft.com/office/officeart/2018/2/layout/IconLabelList"/>
    <dgm:cxn modelId="{8F6D248A-BBC0-440D-A4B7-BC6FED7E24BA}" type="presParOf" srcId="{19EDBF6D-A5C1-432A-9FF2-07A92687BFA1}" destId="{855C724F-6999-4220-8A56-A6EEF394DFD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93774C6-3FDC-4FE5-A74E-E618423D3FF0}" type="doc">
      <dgm:prSet loTypeId="urn:microsoft.com/office/officeart/2018/2/layout/IconCircleList" loCatId="icon" qsTypeId="urn:microsoft.com/office/officeart/2005/8/quickstyle/simple1#11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4F23DEC-BE5B-4808-857D-3D3AEA8B7604}">
      <dgm:prSet/>
      <dgm:spPr/>
      <dgm:t>
        <a:bodyPr/>
        <a:lstStyle/>
        <a:p>
          <a:r>
            <a:rPr lang="en-US"/>
            <a:t>• El estudiante deberá presentar evidencias del funcionamiento del sistema.</a:t>
          </a:r>
        </a:p>
      </dgm:t>
    </dgm:pt>
    <dgm:pt modelId="{75303A6A-D522-4BEB-A99F-ED735C063513}" type="parTrans" cxnId="{FD26CC96-E2C3-493F-950B-C66B3E5B5E18}">
      <dgm:prSet/>
      <dgm:spPr/>
      <dgm:t>
        <a:bodyPr/>
        <a:lstStyle/>
        <a:p>
          <a:endParaRPr lang="en-US"/>
        </a:p>
      </dgm:t>
    </dgm:pt>
    <dgm:pt modelId="{9DE3C7AE-B67C-412B-81BD-EEF302432C00}" type="sibTrans" cxnId="{FD26CC96-E2C3-493F-950B-C66B3E5B5E18}">
      <dgm:prSet/>
      <dgm:spPr/>
      <dgm:t>
        <a:bodyPr/>
        <a:lstStyle/>
        <a:p>
          <a:endParaRPr lang="en-US"/>
        </a:p>
      </dgm:t>
    </dgm:pt>
    <dgm:pt modelId="{961E71AE-B454-4AF2-A11C-65A44D713BAE}">
      <dgm:prSet/>
      <dgm:spPr/>
      <dgm:t>
        <a:bodyPr/>
        <a:lstStyle/>
        <a:p>
          <a:r>
            <a:rPr lang="en-US"/>
            <a:t>• Cada evidencia corresponde a una parte específica de la aplicación.</a:t>
          </a:r>
        </a:p>
      </dgm:t>
    </dgm:pt>
    <dgm:pt modelId="{634D9B14-767C-4380-B47A-81D1A32A266B}" type="parTrans" cxnId="{22F18F8A-4F8F-423F-9DB4-AF6F7CCEA266}">
      <dgm:prSet/>
      <dgm:spPr/>
      <dgm:t>
        <a:bodyPr/>
        <a:lstStyle/>
        <a:p>
          <a:endParaRPr lang="en-US"/>
        </a:p>
      </dgm:t>
    </dgm:pt>
    <dgm:pt modelId="{33009EEC-A347-4477-B562-0751C8F10271}" type="sibTrans" cxnId="{22F18F8A-4F8F-423F-9DB4-AF6F7CCEA266}">
      <dgm:prSet/>
      <dgm:spPr/>
      <dgm:t>
        <a:bodyPr/>
        <a:lstStyle/>
        <a:p>
          <a:endParaRPr lang="en-US"/>
        </a:p>
      </dgm:t>
    </dgm:pt>
    <dgm:pt modelId="{73F3C0BD-7665-4A58-A653-6FF3815F9A19}">
      <dgm:prSet/>
      <dgm:spPr/>
      <dgm:t>
        <a:bodyPr/>
        <a:lstStyle/>
        <a:p>
          <a:r>
            <a:rPr lang="en-US"/>
            <a:t>• Las siguientes diapositivas dejan espacio para insertar las capturas correspondientes.</a:t>
          </a:r>
        </a:p>
      </dgm:t>
    </dgm:pt>
    <dgm:pt modelId="{225873C7-EB42-46A4-8D7B-6AD62585EB0E}" type="parTrans" cxnId="{D87E2C19-19FD-442C-8E96-32525503605D}">
      <dgm:prSet/>
      <dgm:spPr/>
      <dgm:t>
        <a:bodyPr/>
        <a:lstStyle/>
        <a:p>
          <a:endParaRPr lang="en-US"/>
        </a:p>
      </dgm:t>
    </dgm:pt>
    <dgm:pt modelId="{CF165986-61E1-47C1-9D70-EE02007AF5E3}" type="sibTrans" cxnId="{D87E2C19-19FD-442C-8E96-32525503605D}">
      <dgm:prSet/>
      <dgm:spPr/>
      <dgm:t>
        <a:bodyPr/>
        <a:lstStyle/>
        <a:p>
          <a:endParaRPr lang="en-US"/>
        </a:p>
      </dgm:t>
    </dgm:pt>
    <dgm:pt modelId="{8BDACE26-118B-4B35-973B-F8E4EA691C26}" type="pres">
      <dgm:prSet presAssocID="{D93774C6-3FDC-4FE5-A74E-E618423D3FF0}" presName="root" presStyleCnt="0">
        <dgm:presLayoutVars>
          <dgm:dir/>
          <dgm:resizeHandles val="exact"/>
        </dgm:presLayoutVars>
      </dgm:prSet>
      <dgm:spPr/>
    </dgm:pt>
    <dgm:pt modelId="{BCFAB1BF-709C-47C0-BFD6-21089FDDB722}" type="pres">
      <dgm:prSet presAssocID="{D93774C6-3FDC-4FE5-A74E-E618423D3FF0}" presName="container" presStyleCnt="0">
        <dgm:presLayoutVars>
          <dgm:dir/>
          <dgm:resizeHandles val="exact"/>
        </dgm:presLayoutVars>
      </dgm:prSet>
      <dgm:spPr/>
    </dgm:pt>
    <dgm:pt modelId="{F2B32A59-C7D9-4483-96FC-95A5486C8128}" type="pres">
      <dgm:prSet presAssocID="{14F23DEC-BE5B-4808-857D-3D3AEA8B7604}" presName="compNode" presStyleCnt="0"/>
      <dgm:spPr/>
    </dgm:pt>
    <dgm:pt modelId="{1D220DF5-4412-4276-A0A6-C9DC2DA91853}" type="pres">
      <dgm:prSet presAssocID="{14F23DEC-BE5B-4808-857D-3D3AEA8B7604}" presName="iconBgRect" presStyleLbl="bgShp" presStyleIdx="0" presStyleCnt="3"/>
      <dgm:spPr/>
    </dgm:pt>
    <dgm:pt modelId="{4F0A5D40-24E2-4FA5-8CF4-754B60927273}" type="pres">
      <dgm:prSet presAssocID="{14F23DEC-BE5B-4808-857D-3D3AEA8B760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92C9D436-D865-484A-9192-6EB257907F50}" type="pres">
      <dgm:prSet presAssocID="{14F23DEC-BE5B-4808-857D-3D3AEA8B7604}" presName="spaceRect" presStyleCnt="0"/>
      <dgm:spPr/>
    </dgm:pt>
    <dgm:pt modelId="{19320F39-C1BF-4478-A5A4-09C2E91FDBC5}" type="pres">
      <dgm:prSet presAssocID="{14F23DEC-BE5B-4808-857D-3D3AEA8B7604}" presName="textRect" presStyleLbl="revTx" presStyleIdx="0" presStyleCnt="3">
        <dgm:presLayoutVars>
          <dgm:chMax val="1"/>
          <dgm:chPref val="1"/>
        </dgm:presLayoutVars>
      </dgm:prSet>
      <dgm:spPr/>
    </dgm:pt>
    <dgm:pt modelId="{587BDF96-39EC-45F7-9216-48165910F0F1}" type="pres">
      <dgm:prSet presAssocID="{9DE3C7AE-B67C-412B-81BD-EEF302432C00}" presName="sibTrans" presStyleLbl="sibTrans2D1" presStyleIdx="0" presStyleCnt="0"/>
      <dgm:spPr/>
    </dgm:pt>
    <dgm:pt modelId="{E2EB37FA-85A7-4B4E-98FA-E569CB16DD3C}" type="pres">
      <dgm:prSet presAssocID="{961E71AE-B454-4AF2-A11C-65A44D713BAE}" presName="compNode" presStyleCnt="0"/>
      <dgm:spPr/>
    </dgm:pt>
    <dgm:pt modelId="{74BB1283-1901-421F-86D2-F55F67695070}" type="pres">
      <dgm:prSet presAssocID="{961E71AE-B454-4AF2-A11C-65A44D713BAE}" presName="iconBgRect" presStyleLbl="bgShp" presStyleIdx="1" presStyleCnt="3"/>
      <dgm:spPr/>
    </dgm:pt>
    <dgm:pt modelId="{85F64D51-D371-4F40-A849-C73A7C56D2FA}" type="pres">
      <dgm:prSet presAssocID="{961E71AE-B454-4AF2-A11C-65A44D713BA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A6E6AB7D-2631-4F6C-864B-B053508670C8}" type="pres">
      <dgm:prSet presAssocID="{961E71AE-B454-4AF2-A11C-65A44D713BAE}" presName="spaceRect" presStyleCnt="0"/>
      <dgm:spPr/>
    </dgm:pt>
    <dgm:pt modelId="{17FED68E-40F7-4C71-B304-0E19A7E45FC8}" type="pres">
      <dgm:prSet presAssocID="{961E71AE-B454-4AF2-A11C-65A44D713BAE}" presName="textRect" presStyleLbl="revTx" presStyleIdx="1" presStyleCnt="3">
        <dgm:presLayoutVars>
          <dgm:chMax val="1"/>
          <dgm:chPref val="1"/>
        </dgm:presLayoutVars>
      </dgm:prSet>
      <dgm:spPr/>
    </dgm:pt>
    <dgm:pt modelId="{76C9442E-31B9-43A0-9008-1C70B11A8EE8}" type="pres">
      <dgm:prSet presAssocID="{33009EEC-A347-4477-B562-0751C8F10271}" presName="sibTrans" presStyleLbl="sibTrans2D1" presStyleIdx="0" presStyleCnt="0"/>
      <dgm:spPr/>
    </dgm:pt>
    <dgm:pt modelId="{40179236-2B45-460F-B599-8618C9E3D1A1}" type="pres">
      <dgm:prSet presAssocID="{73F3C0BD-7665-4A58-A653-6FF3815F9A19}" presName="compNode" presStyleCnt="0"/>
      <dgm:spPr/>
    </dgm:pt>
    <dgm:pt modelId="{0FEEEED5-69BE-4993-9FDC-B30082C5CF44}" type="pres">
      <dgm:prSet presAssocID="{73F3C0BD-7665-4A58-A653-6FF3815F9A19}" presName="iconBgRect" presStyleLbl="bgShp" presStyleIdx="2" presStyleCnt="3"/>
      <dgm:spPr/>
    </dgm:pt>
    <dgm:pt modelId="{D49C345A-2C5D-4DAB-9F55-4DF2E898362A}" type="pres">
      <dgm:prSet presAssocID="{73F3C0BD-7665-4A58-A653-6FF3815F9A1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ámara"/>
        </a:ext>
      </dgm:extLst>
    </dgm:pt>
    <dgm:pt modelId="{EE2156E0-5413-48AF-94B2-5889213C3086}" type="pres">
      <dgm:prSet presAssocID="{73F3C0BD-7665-4A58-A653-6FF3815F9A19}" presName="spaceRect" presStyleCnt="0"/>
      <dgm:spPr/>
    </dgm:pt>
    <dgm:pt modelId="{A5213C39-198C-4478-B521-D38DF8C37469}" type="pres">
      <dgm:prSet presAssocID="{73F3C0BD-7665-4A58-A653-6FF3815F9A1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9172806-E67B-4E62-AEF5-7BBCE3AA6DD5}" type="presOf" srcId="{961E71AE-B454-4AF2-A11C-65A44D713BAE}" destId="{17FED68E-40F7-4C71-B304-0E19A7E45FC8}" srcOrd="0" destOrd="0" presId="urn:microsoft.com/office/officeart/2018/2/layout/IconCircleList"/>
    <dgm:cxn modelId="{D87E2C19-19FD-442C-8E96-32525503605D}" srcId="{D93774C6-3FDC-4FE5-A74E-E618423D3FF0}" destId="{73F3C0BD-7665-4A58-A653-6FF3815F9A19}" srcOrd="2" destOrd="0" parTransId="{225873C7-EB42-46A4-8D7B-6AD62585EB0E}" sibTransId="{CF165986-61E1-47C1-9D70-EE02007AF5E3}"/>
    <dgm:cxn modelId="{FB550161-E483-43D3-8332-D34F143236DA}" type="presOf" srcId="{14F23DEC-BE5B-4808-857D-3D3AEA8B7604}" destId="{19320F39-C1BF-4478-A5A4-09C2E91FDBC5}" srcOrd="0" destOrd="0" presId="urn:microsoft.com/office/officeart/2018/2/layout/IconCircleList"/>
    <dgm:cxn modelId="{0C2E897D-052D-4B82-88BF-F67F70E17009}" type="presOf" srcId="{73F3C0BD-7665-4A58-A653-6FF3815F9A19}" destId="{A5213C39-198C-4478-B521-D38DF8C37469}" srcOrd="0" destOrd="0" presId="urn:microsoft.com/office/officeart/2018/2/layout/IconCircleList"/>
    <dgm:cxn modelId="{22F18F8A-4F8F-423F-9DB4-AF6F7CCEA266}" srcId="{D93774C6-3FDC-4FE5-A74E-E618423D3FF0}" destId="{961E71AE-B454-4AF2-A11C-65A44D713BAE}" srcOrd="1" destOrd="0" parTransId="{634D9B14-767C-4380-B47A-81D1A32A266B}" sibTransId="{33009EEC-A347-4477-B562-0751C8F10271}"/>
    <dgm:cxn modelId="{FD26CC96-E2C3-493F-950B-C66B3E5B5E18}" srcId="{D93774C6-3FDC-4FE5-A74E-E618423D3FF0}" destId="{14F23DEC-BE5B-4808-857D-3D3AEA8B7604}" srcOrd="0" destOrd="0" parTransId="{75303A6A-D522-4BEB-A99F-ED735C063513}" sibTransId="{9DE3C7AE-B67C-412B-81BD-EEF302432C00}"/>
    <dgm:cxn modelId="{7237A79B-DB4C-4160-8C04-797EF06F6662}" type="presOf" srcId="{9DE3C7AE-B67C-412B-81BD-EEF302432C00}" destId="{587BDF96-39EC-45F7-9216-48165910F0F1}" srcOrd="0" destOrd="0" presId="urn:microsoft.com/office/officeart/2018/2/layout/IconCircleList"/>
    <dgm:cxn modelId="{5B0428B5-50C7-4A65-99C3-7401D2466368}" type="presOf" srcId="{D93774C6-3FDC-4FE5-A74E-E618423D3FF0}" destId="{8BDACE26-118B-4B35-973B-F8E4EA691C26}" srcOrd="0" destOrd="0" presId="urn:microsoft.com/office/officeart/2018/2/layout/IconCircleList"/>
    <dgm:cxn modelId="{66DBF0F8-4E33-44FA-89DE-758696B3CF03}" type="presOf" srcId="{33009EEC-A347-4477-B562-0751C8F10271}" destId="{76C9442E-31B9-43A0-9008-1C70B11A8EE8}" srcOrd="0" destOrd="0" presId="urn:microsoft.com/office/officeart/2018/2/layout/IconCircleList"/>
    <dgm:cxn modelId="{43D37433-646B-4FAA-8CF8-606BA0B79561}" type="presParOf" srcId="{8BDACE26-118B-4B35-973B-F8E4EA691C26}" destId="{BCFAB1BF-709C-47C0-BFD6-21089FDDB722}" srcOrd="0" destOrd="0" presId="urn:microsoft.com/office/officeart/2018/2/layout/IconCircleList"/>
    <dgm:cxn modelId="{60967D92-B288-4E78-AE2D-5BEF75082F20}" type="presParOf" srcId="{BCFAB1BF-709C-47C0-BFD6-21089FDDB722}" destId="{F2B32A59-C7D9-4483-96FC-95A5486C8128}" srcOrd="0" destOrd="0" presId="urn:microsoft.com/office/officeart/2018/2/layout/IconCircleList"/>
    <dgm:cxn modelId="{4BFE45FC-C789-4C6B-AC4F-3B852F68691B}" type="presParOf" srcId="{F2B32A59-C7D9-4483-96FC-95A5486C8128}" destId="{1D220DF5-4412-4276-A0A6-C9DC2DA91853}" srcOrd="0" destOrd="0" presId="urn:microsoft.com/office/officeart/2018/2/layout/IconCircleList"/>
    <dgm:cxn modelId="{F20BCDBE-8F40-4203-9C87-1837A33FA555}" type="presParOf" srcId="{F2B32A59-C7D9-4483-96FC-95A5486C8128}" destId="{4F0A5D40-24E2-4FA5-8CF4-754B60927273}" srcOrd="1" destOrd="0" presId="urn:microsoft.com/office/officeart/2018/2/layout/IconCircleList"/>
    <dgm:cxn modelId="{FAA7A23D-5E29-4E10-AA7C-B1EE898B7452}" type="presParOf" srcId="{F2B32A59-C7D9-4483-96FC-95A5486C8128}" destId="{92C9D436-D865-484A-9192-6EB257907F50}" srcOrd="2" destOrd="0" presId="urn:microsoft.com/office/officeart/2018/2/layout/IconCircleList"/>
    <dgm:cxn modelId="{79F95A22-948B-46E3-B983-20D1ED652B85}" type="presParOf" srcId="{F2B32A59-C7D9-4483-96FC-95A5486C8128}" destId="{19320F39-C1BF-4478-A5A4-09C2E91FDBC5}" srcOrd="3" destOrd="0" presId="urn:microsoft.com/office/officeart/2018/2/layout/IconCircleList"/>
    <dgm:cxn modelId="{CAEAEFE7-AA64-4A2C-83E1-122692D1CCE3}" type="presParOf" srcId="{BCFAB1BF-709C-47C0-BFD6-21089FDDB722}" destId="{587BDF96-39EC-45F7-9216-48165910F0F1}" srcOrd="1" destOrd="0" presId="urn:microsoft.com/office/officeart/2018/2/layout/IconCircleList"/>
    <dgm:cxn modelId="{42BF890B-51F5-4E07-A756-024E678F6A4F}" type="presParOf" srcId="{BCFAB1BF-709C-47C0-BFD6-21089FDDB722}" destId="{E2EB37FA-85A7-4B4E-98FA-E569CB16DD3C}" srcOrd="2" destOrd="0" presId="urn:microsoft.com/office/officeart/2018/2/layout/IconCircleList"/>
    <dgm:cxn modelId="{D1875B33-B406-484C-ADB3-6C26D615F144}" type="presParOf" srcId="{E2EB37FA-85A7-4B4E-98FA-E569CB16DD3C}" destId="{74BB1283-1901-421F-86D2-F55F67695070}" srcOrd="0" destOrd="0" presId="urn:microsoft.com/office/officeart/2018/2/layout/IconCircleList"/>
    <dgm:cxn modelId="{7264F2A8-F441-446D-8650-262C9C0C4164}" type="presParOf" srcId="{E2EB37FA-85A7-4B4E-98FA-E569CB16DD3C}" destId="{85F64D51-D371-4F40-A849-C73A7C56D2FA}" srcOrd="1" destOrd="0" presId="urn:microsoft.com/office/officeart/2018/2/layout/IconCircleList"/>
    <dgm:cxn modelId="{9D600166-5B3A-43B9-ADFB-34EB04F123D0}" type="presParOf" srcId="{E2EB37FA-85A7-4B4E-98FA-E569CB16DD3C}" destId="{A6E6AB7D-2631-4F6C-864B-B053508670C8}" srcOrd="2" destOrd="0" presId="urn:microsoft.com/office/officeart/2018/2/layout/IconCircleList"/>
    <dgm:cxn modelId="{377B39E3-AFCA-4252-868F-FD27B36F569F}" type="presParOf" srcId="{E2EB37FA-85A7-4B4E-98FA-E569CB16DD3C}" destId="{17FED68E-40F7-4C71-B304-0E19A7E45FC8}" srcOrd="3" destOrd="0" presId="urn:microsoft.com/office/officeart/2018/2/layout/IconCircleList"/>
    <dgm:cxn modelId="{1072F99D-D3F6-437C-8E60-CBB472A379F8}" type="presParOf" srcId="{BCFAB1BF-709C-47C0-BFD6-21089FDDB722}" destId="{76C9442E-31B9-43A0-9008-1C70B11A8EE8}" srcOrd="3" destOrd="0" presId="urn:microsoft.com/office/officeart/2018/2/layout/IconCircleList"/>
    <dgm:cxn modelId="{2F494F21-B839-4C4E-AF01-878121B45568}" type="presParOf" srcId="{BCFAB1BF-709C-47C0-BFD6-21089FDDB722}" destId="{40179236-2B45-460F-B599-8618C9E3D1A1}" srcOrd="4" destOrd="0" presId="urn:microsoft.com/office/officeart/2018/2/layout/IconCircleList"/>
    <dgm:cxn modelId="{A58DFA59-43CF-4F99-B3F5-5D2D8BCD7CCC}" type="presParOf" srcId="{40179236-2B45-460F-B599-8618C9E3D1A1}" destId="{0FEEEED5-69BE-4993-9FDC-B30082C5CF44}" srcOrd="0" destOrd="0" presId="urn:microsoft.com/office/officeart/2018/2/layout/IconCircleList"/>
    <dgm:cxn modelId="{C42BFDA7-A8B9-41F4-802F-08B89F5D1171}" type="presParOf" srcId="{40179236-2B45-460F-B599-8618C9E3D1A1}" destId="{D49C345A-2C5D-4DAB-9F55-4DF2E898362A}" srcOrd="1" destOrd="0" presId="urn:microsoft.com/office/officeart/2018/2/layout/IconCircleList"/>
    <dgm:cxn modelId="{C6BD7447-B879-40F9-AC4A-FDFE83E2D858}" type="presParOf" srcId="{40179236-2B45-460F-B599-8618C9E3D1A1}" destId="{EE2156E0-5413-48AF-94B2-5889213C3086}" srcOrd="2" destOrd="0" presId="urn:microsoft.com/office/officeart/2018/2/layout/IconCircleList"/>
    <dgm:cxn modelId="{B2890597-481B-402C-8DC1-97594B3A0082}" type="presParOf" srcId="{40179236-2B45-460F-B599-8618C9E3D1A1}" destId="{A5213C39-198C-4478-B521-D38DF8C3746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DE447B-F7C1-4AE6-A97C-DAA1C453F85C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EAC7DF-5DD2-4C6A-BA09-07F5AC272B3B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50B53B-BB3A-416F-A08E-322AAEB5275F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Identificación: ID, nombre y apellido.</a:t>
          </a:r>
        </a:p>
      </dsp:txBody>
      <dsp:txXfrm>
        <a:off x="1129902" y="4592"/>
        <a:ext cx="5171698" cy="978270"/>
      </dsp:txXfrm>
    </dsp:sp>
    <dsp:sp modelId="{9F85A769-D4A8-424D-90C3-2F0A31D2AFDC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C6E5F6-2650-4490-BA73-2AA1EEB6D39C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AFBC5F-011A-4D92-AA8E-4DA09B8725F3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Datos de contacto: dirección, ciudad, código postal y correo.</a:t>
          </a:r>
        </a:p>
      </dsp:txBody>
      <dsp:txXfrm>
        <a:off x="1129902" y="1227431"/>
        <a:ext cx="5171698" cy="978270"/>
      </dsp:txXfrm>
    </dsp:sp>
    <dsp:sp modelId="{31C16736-C03B-4452-AB0D-21C4597FFEED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4A7D37-3DA9-417A-9FC1-1507D4007DF5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E671FA-4E8D-40E1-87E1-D9A5718FE816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Información adicional: contraseña, comentarios y género.</a:t>
          </a:r>
        </a:p>
      </dsp:txBody>
      <dsp:txXfrm>
        <a:off x="1129902" y="2450269"/>
        <a:ext cx="5171698" cy="978270"/>
      </dsp:txXfrm>
    </dsp:sp>
    <dsp:sp modelId="{0E1CD6F2-C005-4BD7-B1FC-786F53968C93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649AFA-2C69-4952-A312-1BE9EE86347D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563DA5-9607-40AA-B037-83324ABAF710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Grupo sanguíneo, estado y tipo de usuario.</a:t>
          </a:r>
        </a:p>
      </dsp:txBody>
      <dsp:txXfrm>
        <a:off x="1129902" y="3673107"/>
        <a:ext cx="5171698" cy="978270"/>
      </dsp:txXfrm>
    </dsp:sp>
    <dsp:sp modelId="{F932A9FE-6B60-4BD9-B342-DDD91D3AF9CA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85275E-BC82-436A-9B40-E71FF7315741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BD2F66-FF05-423F-B613-BB8E5AE79CF8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Imagen de perfil y archivo adjunto.</a:t>
          </a:r>
        </a:p>
      </dsp:txBody>
      <dsp:txXfrm>
        <a:off x="1129902" y="4895945"/>
        <a:ext cx="5171698" cy="9782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FAAD0-287F-4475-82D3-5472B7BAF7EB}">
      <dsp:nvSpPr>
        <dsp:cNvPr id="0" name=""/>
        <dsp:cNvSpPr/>
      </dsp:nvSpPr>
      <dsp:spPr>
        <a:xfrm>
          <a:off x="0" y="55268"/>
          <a:ext cx="10515600" cy="4797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Limpiar el formulario.</a:t>
          </a:r>
        </a:p>
      </dsp:txBody>
      <dsp:txXfrm>
        <a:off x="23417" y="78685"/>
        <a:ext cx="10468766" cy="432866"/>
      </dsp:txXfrm>
    </dsp:sp>
    <dsp:sp modelId="{A9A19D9D-69B7-498D-8BA8-9D0EE6E7B6CB}">
      <dsp:nvSpPr>
        <dsp:cNvPr id="0" name=""/>
        <dsp:cNvSpPr/>
      </dsp:nvSpPr>
      <dsp:spPr>
        <a:xfrm>
          <a:off x="0" y="592569"/>
          <a:ext cx="10515600" cy="479700"/>
        </a:xfrm>
        <a:prstGeom prst="roundRect">
          <a:avLst/>
        </a:prstGeom>
        <a:solidFill>
          <a:schemeClr val="accent5">
            <a:hueOff val="1302047"/>
            <a:satOff val="-586"/>
            <a:lumOff val="-72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Seleccionar y mostrar una imagen de perfil.</a:t>
          </a:r>
        </a:p>
      </dsp:txBody>
      <dsp:txXfrm>
        <a:off x="23417" y="615986"/>
        <a:ext cx="10468766" cy="432866"/>
      </dsp:txXfrm>
    </dsp:sp>
    <dsp:sp modelId="{E1454B35-A4AE-4D45-9969-EDF310E3FA18}">
      <dsp:nvSpPr>
        <dsp:cNvPr id="0" name=""/>
        <dsp:cNvSpPr/>
      </dsp:nvSpPr>
      <dsp:spPr>
        <a:xfrm>
          <a:off x="0" y="1129869"/>
          <a:ext cx="10515600" cy="479700"/>
        </a:xfrm>
        <a:prstGeom prst="roundRect">
          <a:avLst/>
        </a:prstGeom>
        <a:solidFill>
          <a:schemeClr val="accent5">
            <a:hueOff val="2604094"/>
            <a:satOff val="-1173"/>
            <a:lumOff val="-145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Adjuntar un archivo al registro.</a:t>
          </a:r>
        </a:p>
      </dsp:txBody>
      <dsp:txXfrm>
        <a:off x="23417" y="1153286"/>
        <a:ext cx="10468766" cy="432866"/>
      </dsp:txXfrm>
    </dsp:sp>
    <dsp:sp modelId="{3A7F43DF-6F2F-4C28-BF4A-0D175A89CAF3}">
      <dsp:nvSpPr>
        <dsp:cNvPr id="0" name=""/>
        <dsp:cNvSpPr/>
      </dsp:nvSpPr>
      <dsp:spPr>
        <a:xfrm>
          <a:off x="0" y="1667169"/>
          <a:ext cx="10515600" cy="479700"/>
        </a:xfrm>
        <a:prstGeom prst="roundRect">
          <a:avLst/>
        </a:prstGeom>
        <a:solidFill>
          <a:schemeClr val="accent5">
            <a:hueOff val="3906140"/>
            <a:satOff val="-1759"/>
            <a:lumOff val="-21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Registrar nuevos usuarios.</a:t>
          </a:r>
        </a:p>
      </dsp:txBody>
      <dsp:txXfrm>
        <a:off x="23417" y="1690586"/>
        <a:ext cx="10468766" cy="432866"/>
      </dsp:txXfrm>
    </dsp:sp>
    <dsp:sp modelId="{B584851A-EA5B-41FF-8A2B-A091297CCE14}">
      <dsp:nvSpPr>
        <dsp:cNvPr id="0" name=""/>
        <dsp:cNvSpPr/>
      </dsp:nvSpPr>
      <dsp:spPr>
        <a:xfrm>
          <a:off x="0" y="2204469"/>
          <a:ext cx="10515600" cy="479700"/>
        </a:xfrm>
        <a:prstGeom prst="roundRect">
          <a:avLst/>
        </a:prstGeom>
        <a:solidFill>
          <a:schemeClr val="accent5">
            <a:hueOff val="5208187"/>
            <a:satOff val="-2345"/>
            <a:lumOff val="-291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Mostrar los registros almacenados.</a:t>
          </a:r>
        </a:p>
      </dsp:txBody>
      <dsp:txXfrm>
        <a:off x="23417" y="2227886"/>
        <a:ext cx="10468766" cy="432866"/>
      </dsp:txXfrm>
    </dsp:sp>
    <dsp:sp modelId="{98F0169E-DFB5-4116-BF3D-440AB23C260B}">
      <dsp:nvSpPr>
        <dsp:cNvPr id="0" name=""/>
        <dsp:cNvSpPr/>
      </dsp:nvSpPr>
      <dsp:spPr>
        <a:xfrm>
          <a:off x="0" y="2741769"/>
          <a:ext cx="10515600" cy="479700"/>
        </a:xfrm>
        <a:prstGeom prst="roundRect">
          <a:avLst/>
        </a:prstGeom>
        <a:solidFill>
          <a:schemeClr val="accent5">
            <a:hueOff val="6510234"/>
            <a:satOff val="-2931"/>
            <a:lumOff val="-36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Seleccionar un registro para consultar o modificarlo.</a:t>
          </a:r>
        </a:p>
      </dsp:txBody>
      <dsp:txXfrm>
        <a:off x="23417" y="2765186"/>
        <a:ext cx="10468766" cy="432866"/>
      </dsp:txXfrm>
    </dsp:sp>
    <dsp:sp modelId="{48D9F6A6-5984-402D-82C6-DA7460E0D68E}">
      <dsp:nvSpPr>
        <dsp:cNvPr id="0" name=""/>
        <dsp:cNvSpPr/>
      </dsp:nvSpPr>
      <dsp:spPr>
        <a:xfrm>
          <a:off x="0" y="3279069"/>
          <a:ext cx="10515600" cy="479700"/>
        </a:xfrm>
        <a:prstGeom prst="roundRect">
          <a:avLst/>
        </a:prstGeom>
        <a:solidFill>
          <a:schemeClr val="accent5">
            <a:hueOff val="7812281"/>
            <a:satOff val="-3518"/>
            <a:lumOff val="-43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Actualizar y eliminar usuarios.</a:t>
          </a:r>
        </a:p>
      </dsp:txBody>
      <dsp:txXfrm>
        <a:off x="23417" y="3302486"/>
        <a:ext cx="10468766" cy="432866"/>
      </dsp:txXfrm>
    </dsp:sp>
    <dsp:sp modelId="{73F132C2-9BCB-4D96-BF25-7B647768F7B4}">
      <dsp:nvSpPr>
        <dsp:cNvPr id="0" name=""/>
        <dsp:cNvSpPr/>
      </dsp:nvSpPr>
      <dsp:spPr>
        <a:xfrm>
          <a:off x="0" y="3816369"/>
          <a:ext cx="10515600" cy="479700"/>
        </a:xfrm>
        <a:prstGeom prst="roundRect">
          <a:avLst/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Buscar registros y utilizar las opciones del menú.</a:t>
          </a:r>
        </a:p>
      </dsp:txBody>
      <dsp:txXfrm>
        <a:off x="23417" y="3839786"/>
        <a:ext cx="10468766" cy="4328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92D8A0-215D-47F4-B66F-959928513DC3}">
      <dsp:nvSpPr>
        <dsp:cNvPr id="0" name=""/>
        <dsp:cNvSpPr/>
      </dsp:nvSpPr>
      <dsp:spPr>
        <a:xfrm>
          <a:off x="0" y="2331"/>
          <a:ext cx="5849557" cy="11818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75FF20-1D0D-4222-A3B7-A70571780F51}">
      <dsp:nvSpPr>
        <dsp:cNvPr id="0" name=""/>
        <dsp:cNvSpPr/>
      </dsp:nvSpPr>
      <dsp:spPr>
        <a:xfrm>
          <a:off x="357512" y="268250"/>
          <a:ext cx="650023" cy="6500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3DF2D6-8576-4DAB-933B-6BDA5633899F}">
      <dsp:nvSpPr>
        <dsp:cNvPr id="0" name=""/>
        <dsp:cNvSpPr/>
      </dsp:nvSpPr>
      <dsp:spPr>
        <a:xfrm>
          <a:off x="1365048" y="2331"/>
          <a:ext cx="4484508" cy="1181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080" tIns="125080" rIns="125080" bIns="1250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Comprobar que los campos obligatorios estén completos.</a:t>
          </a:r>
        </a:p>
      </dsp:txBody>
      <dsp:txXfrm>
        <a:off x="1365048" y="2331"/>
        <a:ext cx="4484508" cy="1181860"/>
      </dsp:txXfrm>
    </dsp:sp>
    <dsp:sp modelId="{C34B0C2F-C8CB-4D86-8A34-232A367D3A00}">
      <dsp:nvSpPr>
        <dsp:cNvPr id="0" name=""/>
        <dsp:cNvSpPr/>
      </dsp:nvSpPr>
      <dsp:spPr>
        <a:xfrm>
          <a:off x="0" y="1479657"/>
          <a:ext cx="5849557" cy="11818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460E82-6A90-4B14-9150-D89943EE6137}">
      <dsp:nvSpPr>
        <dsp:cNvPr id="0" name=""/>
        <dsp:cNvSpPr/>
      </dsp:nvSpPr>
      <dsp:spPr>
        <a:xfrm>
          <a:off x="357512" y="1745576"/>
          <a:ext cx="650023" cy="6500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387B38-B13B-41FC-A7CA-54B4A0105EF7}">
      <dsp:nvSpPr>
        <dsp:cNvPr id="0" name=""/>
        <dsp:cNvSpPr/>
      </dsp:nvSpPr>
      <dsp:spPr>
        <a:xfrm>
          <a:off x="1365048" y="1479657"/>
          <a:ext cx="4484508" cy="1181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080" tIns="125080" rIns="125080" bIns="1250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Verificar que exista un registro seleccionado antes de actualizar o eliminar.</a:t>
          </a:r>
        </a:p>
      </dsp:txBody>
      <dsp:txXfrm>
        <a:off x="1365048" y="1479657"/>
        <a:ext cx="4484508" cy="1181860"/>
      </dsp:txXfrm>
    </dsp:sp>
    <dsp:sp modelId="{D8519DF3-97E4-4C40-B58A-2979987FF6EE}">
      <dsp:nvSpPr>
        <dsp:cNvPr id="0" name=""/>
        <dsp:cNvSpPr/>
      </dsp:nvSpPr>
      <dsp:spPr>
        <a:xfrm>
          <a:off x="0" y="2956983"/>
          <a:ext cx="5849557" cy="11818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B08D23-F12D-46F8-B079-1DA5B657819A}">
      <dsp:nvSpPr>
        <dsp:cNvPr id="0" name=""/>
        <dsp:cNvSpPr/>
      </dsp:nvSpPr>
      <dsp:spPr>
        <a:xfrm>
          <a:off x="357512" y="3222901"/>
          <a:ext cx="650023" cy="6500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711820-0D0D-4332-A28B-921BDD9C93BD}">
      <dsp:nvSpPr>
        <dsp:cNvPr id="0" name=""/>
        <dsp:cNvSpPr/>
      </dsp:nvSpPr>
      <dsp:spPr>
        <a:xfrm>
          <a:off x="1365048" y="2956983"/>
          <a:ext cx="4484508" cy="1181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080" tIns="125080" rIns="125080" bIns="1250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Solicitar confirmación antes de eliminar un usuario.</a:t>
          </a:r>
        </a:p>
      </dsp:txBody>
      <dsp:txXfrm>
        <a:off x="1365048" y="2956983"/>
        <a:ext cx="4484508" cy="1181860"/>
      </dsp:txXfrm>
    </dsp:sp>
    <dsp:sp modelId="{850691E7-1F6C-4D6B-868A-3B6118C2BB6F}">
      <dsp:nvSpPr>
        <dsp:cNvPr id="0" name=""/>
        <dsp:cNvSpPr/>
      </dsp:nvSpPr>
      <dsp:spPr>
        <a:xfrm>
          <a:off x="0" y="4434308"/>
          <a:ext cx="5849557" cy="11818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87AD6D-E38B-4709-920C-EB51183234F3}">
      <dsp:nvSpPr>
        <dsp:cNvPr id="0" name=""/>
        <dsp:cNvSpPr/>
      </dsp:nvSpPr>
      <dsp:spPr>
        <a:xfrm>
          <a:off x="357512" y="4700227"/>
          <a:ext cx="650023" cy="6500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C18436-3331-413A-9202-77864EE16A9A}">
      <dsp:nvSpPr>
        <dsp:cNvPr id="0" name=""/>
        <dsp:cNvSpPr/>
      </dsp:nvSpPr>
      <dsp:spPr>
        <a:xfrm>
          <a:off x="1365048" y="4434308"/>
          <a:ext cx="4484508" cy="1181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080" tIns="125080" rIns="125080" bIns="1250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Mostrar mensajes informativos o de advertencia al usuario.</a:t>
          </a:r>
        </a:p>
      </dsp:txBody>
      <dsp:txXfrm>
        <a:off x="1365048" y="4434308"/>
        <a:ext cx="4484508" cy="11818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4C8765-D9D0-4860-A214-0C0E2AF80610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6D227A-D298-4439-B2FA-FBBCA1458F61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3E163B-269E-4C7E-81CC-058A515AF64D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Se utiliza SQLite como sistema de almacenamiento.</a:t>
          </a:r>
        </a:p>
      </dsp:txBody>
      <dsp:txXfrm>
        <a:off x="1428292" y="2439"/>
        <a:ext cx="4873308" cy="1236616"/>
      </dsp:txXfrm>
    </dsp:sp>
    <dsp:sp modelId="{1A0AD10F-C263-472A-BD2C-EE93CB7BE775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5D634E-92A6-425D-846B-EA43D241B393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6DED9B-A764-4D57-8A4F-82F3FD94453C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La base contiene una tabla destinada a los usuarios.</a:t>
          </a:r>
        </a:p>
      </dsp:txBody>
      <dsp:txXfrm>
        <a:off x="1428292" y="1548210"/>
        <a:ext cx="4873308" cy="1236616"/>
      </dsp:txXfrm>
    </dsp:sp>
    <dsp:sp modelId="{6BE9D5D9-2103-4BCA-A95C-A9ED94271B16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28B6F8-DF0B-4007-8BC5-C6185EB9BBD2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ECF7EF-58A3-4A9B-A2C8-3D5E874E77AD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El ID funciona como identificador único y clave primaria.</a:t>
          </a:r>
        </a:p>
      </dsp:txBody>
      <dsp:txXfrm>
        <a:off x="1428292" y="3093981"/>
        <a:ext cx="4873308" cy="1236616"/>
      </dsp:txXfrm>
    </dsp:sp>
    <dsp:sp modelId="{C855EABB-B344-4A78-9B0F-E9052D9AF2C2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6471B4-9693-4D0D-AF68-03EDC7A994F2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4CDB0F-D676-4DD0-82B9-2E556D2EDFF9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Los registros almacenan la información personal y complementaria del usuario.</a:t>
          </a:r>
        </a:p>
      </dsp:txBody>
      <dsp:txXfrm>
        <a:off x="1428292" y="4639752"/>
        <a:ext cx="4873308" cy="12366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BF6E74-0EB3-4079-BAAE-4B61CF8C0237}">
      <dsp:nvSpPr>
        <dsp:cNvPr id="0" name=""/>
        <dsp:cNvSpPr/>
      </dsp:nvSpPr>
      <dsp:spPr>
        <a:xfrm>
          <a:off x="663739" y="288337"/>
          <a:ext cx="619365" cy="6193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4E2600-C402-4D28-AE42-E345A5F8E205}">
      <dsp:nvSpPr>
        <dsp:cNvPr id="0" name=""/>
        <dsp:cNvSpPr/>
      </dsp:nvSpPr>
      <dsp:spPr>
        <a:xfrm>
          <a:off x="285238" y="1130015"/>
          <a:ext cx="1376367" cy="55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Aplicación de escritorio con formulario para gestionar usuarios.</a:t>
          </a:r>
        </a:p>
      </dsp:txBody>
      <dsp:txXfrm>
        <a:off x="285238" y="1130015"/>
        <a:ext cx="1376367" cy="550546"/>
      </dsp:txXfrm>
    </dsp:sp>
    <dsp:sp modelId="{777A2196-37D3-46D8-9C21-81BF1255BBAA}">
      <dsp:nvSpPr>
        <dsp:cNvPr id="0" name=""/>
        <dsp:cNvSpPr/>
      </dsp:nvSpPr>
      <dsp:spPr>
        <a:xfrm>
          <a:off x="2280971" y="288337"/>
          <a:ext cx="619365" cy="6193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364E71-6201-4485-A9D8-4ACFC4E7899D}">
      <dsp:nvSpPr>
        <dsp:cNvPr id="0" name=""/>
        <dsp:cNvSpPr/>
      </dsp:nvSpPr>
      <dsp:spPr>
        <a:xfrm>
          <a:off x="1902470" y="1130015"/>
          <a:ext cx="1376367" cy="55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Campos de entrada y selección para la información del registro.</a:t>
          </a:r>
        </a:p>
      </dsp:txBody>
      <dsp:txXfrm>
        <a:off x="1902470" y="1130015"/>
        <a:ext cx="1376367" cy="550546"/>
      </dsp:txXfrm>
    </dsp:sp>
    <dsp:sp modelId="{6A24E902-82F2-491E-BDB9-00D054BADC96}">
      <dsp:nvSpPr>
        <dsp:cNvPr id="0" name=""/>
        <dsp:cNvSpPr/>
      </dsp:nvSpPr>
      <dsp:spPr>
        <a:xfrm>
          <a:off x="3898202" y="288337"/>
          <a:ext cx="619365" cy="6193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3D5B20-0B9A-40C9-B0D7-78BAA4CE916D}">
      <dsp:nvSpPr>
        <dsp:cNvPr id="0" name=""/>
        <dsp:cNvSpPr/>
      </dsp:nvSpPr>
      <dsp:spPr>
        <a:xfrm>
          <a:off x="3519701" y="1130015"/>
          <a:ext cx="1376367" cy="55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Botones para las operaciones principales.</a:t>
          </a:r>
        </a:p>
      </dsp:txBody>
      <dsp:txXfrm>
        <a:off x="3519701" y="1130015"/>
        <a:ext cx="1376367" cy="550546"/>
      </dsp:txXfrm>
    </dsp:sp>
    <dsp:sp modelId="{25B51228-A6E0-43CA-A212-EF8B98D8A58A}">
      <dsp:nvSpPr>
        <dsp:cNvPr id="0" name=""/>
        <dsp:cNvSpPr/>
      </dsp:nvSpPr>
      <dsp:spPr>
        <a:xfrm>
          <a:off x="5515434" y="288337"/>
          <a:ext cx="619365" cy="6193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297EAE-436A-4CC9-95C7-0A712031D848}">
      <dsp:nvSpPr>
        <dsp:cNvPr id="0" name=""/>
        <dsp:cNvSpPr/>
      </dsp:nvSpPr>
      <dsp:spPr>
        <a:xfrm>
          <a:off x="5136933" y="1130015"/>
          <a:ext cx="1376367" cy="55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Tabla Treeview para visualizar los registros.</a:t>
          </a:r>
        </a:p>
      </dsp:txBody>
      <dsp:txXfrm>
        <a:off x="5136933" y="1130015"/>
        <a:ext cx="1376367" cy="550546"/>
      </dsp:txXfrm>
    </dsp:sp>
    <dsp:sp modelId="{5D83118E-9469-477D-8CEF-CBDDF382C595}">
      <dsp:nvSpPr>
        <dsp:cNvPr id="0" name=""/>
        <dsp:cNvSpPr/>
      </dsp:nvSpPr>
      <dsp:spPr>
        <a:xfrm>
          <a:off x="3089586" y="2024654"/>
          <a:ext cx="619365" cy="6193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D388AE-C748-4D6E-8716-A14F4079D048}">
      <dsp:nvSpPr>
        <dsp:cNvPr id="0" name=""/>
        <dsp:cNvSpPr/>
      </dsp:nvSpPr>
      <dsp:spPr>
        <a:xfrm>
          <a:off x="2711085" y="2866332"/>
          <a:ext cx="1376367" cy="55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Opciones de menú y elementos para imagen y archivo adjunto.</a:t>
          </a:r>
        </a:p>
      </dsp:txBody>
      <dsp:txXfrm>
        <a:off x="2711085" y="2866332"/>
        <a:ext cx="1376367" cy="5505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A60E89-77A8-4E93-B530-8B698B6A85BF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F8A504-9E03-4296-900D-0FEBDE97B44A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69A18D-8909-4437-AE9F-79AC5C6A8022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Python: lenguaje principal del proyecto.</a:t>
          </a:r>
        </a:p>
      </dsp:txBody>
      <dsp:txXfrm>
        <a:off x="1129902" y="4592"/>
        <a:ext cx="5171698" cy="978270"/>
      </dsp:txXfrm>
    </dsp:sp>
    <dsp:sp modelId="{2FDC0599-543B-47CF-957B-06E7C4E41A6C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85F406-8644-483E-BE99-03D734ADC5E7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102470-522D-447C-8CD0-6497DBECDE86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Tkinter: creación de la interfaz gráfica.</a:t>
          </a:r>
        </a:p>
      </dsp:txBody>
      <dsp:txXfrm>
        <a:off x="1129902" y="1227431"/>
        <a:ext cx="5171698" cy="978270"/>
      </dsp:txXfrm>
    </dsp:sp>
    <dsp:sp modelId="{36DD508B-783F-4848-AC6A-54D47507998B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0D789E-FCBD-4B4F-B71E-91C58A88720D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E7C61D-8816-475D-9B43-FC1D57F102AF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SQLite: almacenamiento de datos.</a:t>
          </a:r>
        </a:p>
      </dsp:txBody>
      <dsp:txXfrm>
        <a:off x="1129902" y="2450269"/>
        <a:ext cx="5171698" cy="978270"/>
      </dsp:txXfrm>
    </dsp:sp>
    <dsp:sp modelId="{380F4319-0BE9-4F62-A09B-591CA03AF947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4CF5A1-D74F-47B7-B4A0-F28E507613CB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00BD54-CC93-4220-8295-674DB01534E9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Pillow (PIL): procesamiento y visualización de imágenes.</a:t>
          </a:r>
        </a:p>
      </dsp:txBody>
      <dsp:txXfrm>
        <a:off x="1129902" y="3673107"/>
        <a:ext cx="5171698" cy="978270"/>
      </dsp:txXfrm>
    </dsp:sp>
    <dsp:sp modelId="{65E9C702-7A1B-463D-B51A-8C7CDD5E5DD3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FE24AF-2BF5-4B95-B29A-C5773F892F84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9FE70B-54E7-4BBD-BC8E-7763CD914CAD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Pathlib: manejo de rutas de archivos.</a:t>
          </a:r>
        </a:p>
      </dsp:txBody>
      <dsp:txXfrm>
        <a:off x="1129902" y="4895945"/>
        <a:ext cx="5171698" cy="97827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EC450F-25A3-45DD-98C5-21E92F37AB94}">
      <dsp:nvSpPr>
        <dsp:cNvPr id="0" name=""/>
        <dsp:cNvSpPr/>
      </dsp:nvSpPr>
      <dsp:spPr>
        <a:xfrm>
          <a:off x="2848" y="356050"/>
          <a:ext cx="588853" cy="58885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CC84A7-8447-4A31-B16F-5BA934B004D5}">
      <dsp:nvSpPr>
        <dsp:cNvPr id="0" name=""/>
        <dsp:cNvSpPr/>
      </dsp:nvSpPr>
      <dsp:spPr>
        <a:xfrm>
          <a:off x="126507" y="479709"/>
          <a:ext cx="341534" cy="3415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AAAF7-5C39-4DA1-9DD7-292992B9340D}">
      <dsp:nvSpPr>
        <dsp:cNvPr id="0" name=""/>
        <dsp:cNvSpPr/>
      </dsp:nvSpPr>
      <dsp:spPr>
        <a:xfrm>
          <a:off x="717884" y="356050"/>
          <a:ext cx="1388010" cy="588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Conexión y preparación de la base de datos.</a:t>
          </a:r>
        </a:p>
      </dsp:txBody>
      <dsp:txXfrm>
        <a:off x="717884" y="356050"/>
        <a:ext cx="1388010" cy="588853"/>
      </dsp:txXfrm>
    </dsp:sp>
    <dsp:sp modelId="{05345DEA-5A54-40AA-9E46-7ED967DEE0D7}">
      <dsp:nvSpPr>
        <dsp:cNvPr id="0" name=""/>
        <dsp:cNvSpPr/>
      </dsp:nvSpPr>
      <dsp:spPr>
        <a:xfrm>
          <a:off x="2347746" y="356050"/>
          <a:ext cx="588853" cy="58885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52C1A0-7CBE-4C3E-AD5D-56DF8F04BEB0}">
      <dsp:nvSpPr>
        <dsp:cNvPr id="0" name=""/>
        <dsp:cNvSpPr/>
      </dsp:nvSpPr>
      <dsp:spPr>
        <a:xfrm>
          <a:off x="2471405" y="479709"/>
          <a:ext cx="341534" cy="3415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D2BCE0-5BA9-4FF9-A6C9-E96D3B6B10C5}">
      <dsp:nvSpPr>
        <dsp:cNvPr id="0" name=""/>
        <dsp:cNvSpPr/>
      </dsp:nvSpPr>
      <dsp:spPr>
        <a:xfrm>
          <a:off x="3062782" y="356050"/>
          <a:ext cx="1388010" cy="588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Limpieza del formulario.</a:t>
          </a:r>
        </a:p>
      </dsp:txBody>
      <dsp:txXfrm>
        <a:off x="3062782" y="356050"/>
        <a:ext cx="1388010" cy="588853"/>
      </dsp:txXfrm>
    </dsp:sp>
    <dsp:sp modelId="{1A4E8615-C9C4-4B4C-8297-12A73B40B84A}">
      <dsp:nvSpPr>
        <dsp:cNvPr id="0" name=""/>
        <dsp:cNvSpPr/>
      </dsp:nvSpPr>
      <dsp:spPr>
        <a:xfrm>
          <a:off x="4692643" y="356050"/>
          <a:ext cx="588853" cy="58885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5A8A7D-7ACB-4D50-9D56-2C810D63AD96}">
      <dsp:nvSpPr>
        <dsp:cNvPr id="0" name=""/>
        <dsp:cNvSpPr/>
      </dsp:nvSpPr>
      <dsp:spPr>
        <a:xfrm>
          <a:off x="4816302" y="479709"/>
          <a:ext cx="341534" cy="3415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1A67DB-3393-4ED9-AE9D-DDC8BC1A710C}">
      <dsp:nvSpPr>
        <dsp:cNvPr id="0" name=""/>
        <dsp:cNvSpPr/>
      </dsp:nvSpPr>
      <dsp:spPr>
        <a:xfrm>
          <a:off x="5407679" y="356050"/>
          <a:ext cx="1388010" cy="588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Selección de imagen y archivo.</a:t>
          </a:r>
        </a:p>
      </dsp:txBody>
      <dsp:txXfrm>
        <a:off x="5407679" y="356050"/>
        <a:ext cx="1388010" cy="588853"/>
      </dsp:txXfrm>
    </dsp:sp>
    <dsp:sp modelId="{D80BD363-686D-4D83-8A15-2A84AAA61D9E}">
      <dsp:nvSpPr>
        <dsp:cNvPr id="0" name=""/>
        <dsp:cNvSpPr/>
      </dsp:nvSpPr>
      <dsp:spPr>
        <a:xfrm>
          <a:off x="2848" y="1558181"/>
          <a:ext cx="588853" cy="58885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2237FA-FF82-4517-A618-9B796183CC02}">
      <dsp:nvSpPr>
        <dsp:cNvPr id="0" name=""/>
        <dsp:cNvSpPr/>
      </dsp:nvSpPr>
      <dsp:spPr>
        <a:xfrm>
          <a:off x="126507" y="1681841"/>
          <a:ext cx="341534" cy="3415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A8B10E-BE51-4C70-B303-F6908B44F75F}">
      <dsp:nvSpPr>
        <dsp:cNvPr id="0" name=""/>
        <dsp:cNvSpPr/>
      </dsp:nvSpPr>
      <dsp:spPr>
        <a:xfrm>
          <a:off x="717884" y="1558181"/>
          <a:ext cx="1388010" cy="588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Inserción y consulta de usuarios.</a:t>
          </a:r>
        </a:p>
      </dsp:txBody>
      <dsp:txXfrm>
        <a:off x="717884" y="1558181"/>
        <a:ext cx="1388010" cy="588853"/>
      </dsp:txXfrm>
    </dsp:sp>
    <dsp:sp modelId="{D21E8395-0CF2-402C-8B47-AA6729B93D09}">
      <dsp:nvSpPr>
        <dsp:cNvPr id="0" name=""/>
        <dsp:cNvSpPr/>
      </dsp:nvSpPr>
      <dsp:spPr>
        <a:xfrm>
          <a:off x="2347746" y="1558181"/>
          <a:ext cx="588853" cy="58885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BC3F55-6620-4A24-840D-A01973706358}">
      <dsp:nvSpPr>
        <dsp:cNvPr id="0" name=""/>
        <dsp:cNvSpPr/>
      </dsp:nvSpPr>
      <dsp:spPr>
        <a:xfrm>
          <a:off x="2471405" y="1681841"/>
          <a:ext cx="341534" cy="3415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0A5D0D-0CE3-48F4-BB7E-AC72E03510B0}">
      <dsp:nvSpPr>
        <dsp:cNvPr id="0" name=""/>
        <dsp:cNvSpPr/>
      </dsp:nvSpPr>
      <dsp:spPr>
        <a:xfrm>
          <a:off x="3062782" y="1558181"/>
          <a:ext cx="1388010" cy="588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Selección y carga de registros.</a:t>
          </a:r>
        </a:p>
      </dsp:txBody>
      <dsp:txXfrm>
        <a:off x="3062782" y="1558181"/>
        <a:ext cx="1388010" cy="588853"/>
      </dsp:txXfrm>
    </dsp:sp>
    <dsp:sp modelId="{295C4876-3A05-4E4F-93C0-B9856A0B0DF7}">
      <dsp:nvSpPr>
        <dsp:cNvPr id="0" name=""/>
        <dsp:cNvSpPr/>
      </dsp:nvSpPr>
      <dsp:spPr>
        <a:xfrm>
          <a:off x="4692643" y="1558181"/>
          <a:ext cx="588853" cy="58885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1990CD-50F1-4F41-B21A-60227E3A56D3}">
      <dsp:nvSpPr>
        <dsp:cNvPr id="0" name=""/>
        <dsp:cNvSpPr/>
      </dsp:nvSpPr>
      <dsp:spPr>
        <a:xfrm>
          <a:off x="4816302" y="1681841"/>
          <a:ext cx="341534" cy="3415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C0C707-5A27-40F9-8AEB-F532904177B1}">
      <dsp:nvSpPr>
        <dsp:cNvPr id="0" name=""/>
        <dsp:cNvSpPr/>
      </dsp:nvSpPr>
      <dsp:spPr>
        <a:xfrm>
          <a:off x="5407679" y="1558181"/>
          <a:ext cx="1388010" cy="588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Actualización y eliminación.</a:t>
          </a:r>
        </a:p>
      </dsp:txBody>
      <dsp:txXfrm>
        <a:off x="5407679" y="1558181"/>
        <a:ext cx="1388010" cy="588853"/>
      </dsp:txXfrm>
    </dsp:sp>
    <dsp:sp modelId="{B4709C0A-1EF7-4DAF-A15F-94287494D02A}">
      <dsp:nvSpPr>
        <dsp:cNvPr id="0" name=""/>
        <dsp:cNvSpPr/>
      </dsp:nvSpPr>
      <dsp:spPr>
        <a:xfrm>
          <a:off x="2848" y="2760313"/>
          <a:ext cx="588853" cy="58885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C17060-A9C3-4FF9-BAD2-2D2368B6C421}">
      <dsp:nvSpPr>
        <dsp:cNvPr id="0" name=""/>
        <dsp:cNvSpPr/>
      </dsp:nvSpPr>
      <dsp:spPr>
        <a:xfrm>
          <a:off x="126507" y="2883972"/>
          <a:ext cx="341534" cy="3415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4BE25-CB0F-4046-B82C-C7EE51943803}">
      <dsp:nvSpPr>
        <dsp:cNvPr id="0" name=""/>
        <dsp:cNvSpPr/>
      </dsp:nvSpPr>
      <dsp:spPr>
        <a:xfrm>
          <a:off x="717884" y="2760313"/>
          <a:ext cx="1388010" cy="588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Búsqueda, conexión y salida de la aplicación.</a:t>
          </a:r>
        </a:p>
      </dsp:txBody>
      <dsp:txXfrm>
        <a:off x="717884" y="2760313"/>
        <a:ext cx="1388010" cy="58885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3F9401-34F8-44A8-B134-5A58D1AF591E}">
      <dsp:nvSpPr>
        <dsp:cNvPr id="0" name=""/>
        <dsp:cNvSpPr/>
      </dsp:nvSpPr>
      <dsp:spPr>
        <a:xfrm>
          <a:off x="1010156" y="254256"/>
          <a:ext cx="639931" cy="6399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B2DF66-FB47-4AC4-A852-B57B39194B0E}">
      <dsp:nvSpPr>
        <dsp:cNvPr id="0" name=""/>
        <dsp:cNvSpPr/>
      </dsp:nvSpPr>
      <dsp:spPr>
        <a:xfrm>
          <a:off x="619087" y="1117930"/>
          <a:ext cx="1422070" cy="568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Crear la ventana principal y configurar la interfaz.</a:t>
          </a:r>
        </a:p>
      </dsp:txBody>
      <dsp:txXfrm>
        <a:off x="619087" y="1117930"/>
        <a:ext cx="1422070" cy="568828"/>
      </dsp:txXfrm>
    </dsp:sp>
    <dsp:sp modelId="{E2762CDE-B7C9-44F2-8631-DE3204038BD4}">
      <dsp:nvSpPr>
        <dsp:cNvPr id="0" name=""/>
        <dsp:cNvSpPr/>
      </dsp:nvSpPr>
      <dsp:spPr>
        <a:xfrm>
          <a:off x="2681089" y="254256"/>
          <a:ext cx="639931" cy="6399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04D285-1C33-475B-92CB-C107E2506018}">
      <dsp:nvSpPr>
        <dsp:cNvPr id="0" name=""/>
        <dsp:cNvSpPr/>
      </dsp:nvSpPr>
      <dsp:spPr>
        <a:xfrm>
          <a:off x="2290019" y="1117930"/>
          <a:ext cx="1422070" cy="568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Crear el menú y conectar la base de datos.</a:t>
          </a:r>
        </a:p>
      </dsp:txBody>
      <dsp:txXfrm>
        <a:off x="2290019" y="1117930"/>
        <a:ext cx="1422070" cy="568828"/>
      </dsp:txXfrm>
    </dsp:sp>
    <dsp:sp modelId="{321BFAFE-A9DE-4CC8-8083-A3F811DC3CC3}">
      <dsp:nvSpPr>
        <dsp:cNvPr id="0" name=""/>
        <dsp:cNvSpPr/>
      </dsp:nvSpPr>
      <dsp:spPr>
        <a:xfrm>
          <a:off x="4352021" y="254256"/>
          <a:ext cx="639931" cy="6399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62451-2A9D-4AEF-9895-C761D705AFB6}">
      <dsp:nvSpPr>
        <dsp:cNvPr id="0" name=""/>
        <dsp:cNvSpPr/>
      </dsp:nvSpPr>
      <dsp:spPr>
        <a:xfrm>
          <a:off x="3960952" y="1117930"/>
          <a:ext cx="1422070" cy="568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Crear la tabla si no existe y mostrar los registros.</a:t>
          </a:r>
        </a:p>
      </dsp:txBody>
      <dsp:txXfrm>
        <a:off x="3960952" y="1117930"/>
        <a:ext cx="1422070" cy="568828"/>
      </dsp:txXfrm>
    </dsp:sp>
    <dsp:sp modelId="{14638E70-D639-4177-BA41-76D896396874}">
      <dsp:nvSpPr>
        <dsp:cNvPr id="0" name=""/>
        <dsp:cNvSpPr/>
      </dsp:nvSpPr>
      <dsp:spPr>
        <a:xfrm>
          <a:off x="1845622" y="2042275"/>
          <a:ext cx="639931" cy="6399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079705-6981-41AB-BA78-C99C5E3F210E}">
      <dsp:nvSpPr>
        <dsp:cNvPr id="0" name=""/>
        <dsp:cNvSpPr/>
      </dsp:nvSpPr>
      <dsp:spPr>
        <a:xfrm>
          <a:off x="1454553" y="2905949"/>
          <a:ext cx="1422070" cy="568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Implementar inserción, selección, actualización y eliminación.</a:t>
          </a:r>
        </a:p>
      </dsp:txBody>
      <dsp:txXfrm>
        <a:off x="1454553" y="2905949"/>
        <a:ext cx="1422070" cy="568828"/>
      </dsp:txXfrm>
    </dsp:sp>
    <dsp:sp modelId="{083C3938-C0F2-4877-83F5-AE1D647CA2CD}">
      <dsp:nvSpPr>
        <dsp:cNvPr id="0" name=""/>
        <dsp:cNvSpPr/>
      </dsp:nvSpPr>
      <dsp:spPr>
        <a:xfrm>
          <a:off x="3516555" y="2042275"/>
          <a:ext cx="639931" cy="6399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5C724F-6999-4220-8A56-A6EEF394DFD4}">
      <dsp:nvSpPr>
        <dsp:cNvPr id="0" name=""/>
        <dsp:cNvSpPr/>
      </dsp:nvSpPr>
      <dsp:spPr>
        <a:xfrm>
          <a:off x="3125486" y="2905949"/>
          <a:ext cx="1422070" cy="568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Agregar validaciones e interacción con la tabla.</a:t>
          </a:r>
        </a:p>
      </dsp:txBody>
      <dsp:txXfrm>
        <a:off x="3125486" y="2905949"/>
        <a:ext cx="1422070" cy="56882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220DF5-4412-4276-A0A6-C9DC2DA91853}">
      <dsp:nvSpPr>
        <dsp:cNvPr id="0" name=""/>
        <dsp:cNvSpPr/>
      </dsp:nvSpPr>
      <dsp:spPr>
        <a:xfrm>
          <a:off x="79887" y="1819249"/>
          <a:ext cx="896925" cy="89692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0A5D40-24E2-4FA5-8CF4-754B60927273}">
      <dsp:nvSpPr>
        <dsp:cNvPr id="0" name=""/>
        <dsp:cNvSpPr/>
      </dsp:nvSpPr>
      <dsp:spPr>
        <a:xfrm>
          <a:off x="268241" y="2007603"/>
          <a:ext cx="520217" cy="5202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320F39-C1BF-4478-A5A4-09C2E91FDBC5}">
      <dsp:nvSpPr>
        <dsp:cNvPr id="0" name=""/>
        <dsp:cNvSpPr/>
      </dsp:nvSpPr>
      <dsp:spPr>
        <a:xfrm>
          <a:off x="1169011" y="1819249"/>
          <a:ext cx="2114182" cy="8969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El estudiante deberá presentar evidencias del funcionamiento del sistema.</a:t>
          </a:r>
        </a:p>
      </dsp:txBody>
      <dsp:txXfrm>
        <a:off x="1169011" y="1819249"/>
        <a:ext cx="2114182" cy="896925"/>
      </dsp:txXfrm>
    </dsp:sp>
    <dsp:sp modelId="{74BB1283-1901-421F-86D2-F55F67695070}">
      <dsp:nvSpPr>
        <dsp:cNvPr id="0" name=""/>
        <dsp:cNvSpPr/>
      </dsp:nvSpPr>
      <dsp:spPr>
        <a:xfrm>
          <a:off x="3651574" y="1819249"/>
          <a:ext cx="896925" cy="89692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F64D51-D371-4F40-A849-C73A7C56D2FA}">
      <dsp:nvSpPr>
        <dsp:cNvPr id="0" name=""/>
        <dsp:cNvSpPr/>
      </dsp:nvSpPr>
      <dsp:spPr>
        <a:xfrm>
          <a:off x="3839928" y="2007603"/>
          <a:ext cx="520217" cy="5202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FED68E-40F7-4C71-B304-0E19A7E45FC8}">
      <dsp:nvSpPr>
        <dsp:cNvPr id="0" name=""/>
        <dsp:cNvSpPr/>
      </dsp:nvSpPr>
      <dsp:spPr>
        <a:xfrm>
          <a:off x="4740698" y="1819249"/>
          <a:ext cx="2114182" cy="8969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Cada evidencia corresponde a una parte específica de la aplicación.</a:t>
          </a:r>
        </a:p>
      </dsp:txBody>
      <dsp:txXfrm>
        <a:off x="4740698" y="1819249"/>
        <a:ext cx="2114182" cy="896925"/>
      </dsp:txXfrm>
    </dsp:sp>
    <dsp:sp modelId="{0FEEEED5-69BE-4993-9FDC-B30082C5CF44}">
      <dsp:nvSpPr>
        <dsp:cNvPr id="0" name=""/>
        <dsp:cNvSpPr/>
      </dsp:nvSpPr>
      <dsp:spPr>
        <a:xfrm>
          <a:off x="7223261" y="1819249"/>
          <a:ext cx="896925" cy="89692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9C345A-2C5D-4DAB-9F55-4DF2E898362A}">
      <dsp:nvSpPr>
        <dsp:cNvPr id="0" name=""/>
        <dsp:cNvSpPr/>
      </dsp:nvSpPr>
      <dsp:spPr>
        <a:xfrm>
          <a:off x="7411616" y="2007603"/>
          <a:ext cx="520217" cy="5202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213C39-198C-4478-B521-D38DF8C37469}">
      <dsp:nvSpPr>
        <dsp:cNvPr id="0" name=""/>
        <dsp:cNvSpPr/>
      </dsp:nvSpPr>
      <dsp:spPr>
        <a:xfrm>
          <a:off x="8312386" y="1819249"/>
          <a:ext cx="2114182" cy="8969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Las siguientes diapositivas dejan espacio para insertar las capturas correspondientes.</a:t>
          </a:r>
        </a:p>
      </dsp:txBody>
      <dsp:txXfrm>
        <a:off x="8312386" y="1819249"/>
        <a:ext cx="2114182" cy="8969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3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4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5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7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8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#11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75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627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324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520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276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40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533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868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19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63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91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11429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977836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23774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885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356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0632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3769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665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135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105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312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921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633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0589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03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92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032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13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7" r:id="rId20"/>
    <p:sldLayoutId id="2147483768" r:id="rId21"/>
    <p:sldLayoutId id="2147483769" r:id="rId22"/>
    <p:sldLayoutId id="2147483770" r:id="rId23"/>
    <p:sldLayoutId id="2147483771" r:id="rId24"/>
    <p:sldLayoutId id="2147483772" r:id="rId25"/>
    <p:sldLayoutId id="2147483773" r:id="rId26"/>
    <p:sldLayoutId id="2147483774" r:id="rId27"/>
    <p:sldLayoutId id="2147483775" r:id="rId28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5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5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5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402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000000"/>
                </a:solidFill>
                <a:latin typeface="Arial"/>
              </a:rPr>
              <a:t>Sistema de Gestión de Usuarios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4612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000000"/>
                </a:solidFill>
                <a:latin typeface="Arial"/>
              </a:rPr>
              <a:t>Presentación del proyecto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79978" y="741391"/>
            <a:ext cx="3369234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>
                <a:latin typeface="+mj-lt"/>
                <a:ea typeface="+mj-ea"/>
                <a:cs typeface="+mj-cs"/>
              </a:rPr>
              <a:t>1. Situación problema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B778EC7A-456F-8FA5-D234-60FC4E2974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74" r="20594" b="-1"/>
          <a:stretch>
            <a:fillRect/>
          </a:stretch>
        </p:blipFill>
        <p:spPr>
          <a:xfrm>
            <a:off x="20" y="10"/>
            <a:ext cx="7390243" cy="68579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79978" y="2533476"/>
            <a:ext cx="3369234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1700"/>
              <a:t>• La empresa administra información básica de usuarios.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1700"/>
              <a:t>• Actualmente se utilizan documentos de texto y hojas de cálculo.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1700"/>
              <a:t>• Esto dificulta consultar, modificar y eliminar información.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1700"/>
              <a:t>• Se requiere una aplicación de escritorio con interfaz gráfica.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1803" y="350196"/>
            <a:ext cx="4646904" cy="1624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>
                <a:latin typeface="+mj-lt"/>
                <a:ea typeface="+mj-ea"/>
                <a:cs typeface="+mj-cs"/>
              </a:rPr>
              <a:t>2. Objetivo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802" y="2743200"/>
            <a:ext cx="4646905" cy="3613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000"/>
              <a:t>• Desarrollar una aplicación de escritorio para gestionar usuarios.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000"/>
              <a:t>• Permitir crear, consultar, actualizar y eliminar registros.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000"/>
              <a:t>• Visualizar los registros almacenados mediante una tabla interactiva.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000"/>
              <a:t>• Facilitar la administración de la información desde una interfaz gráfica.</a:t>
            </a:r>
          </a:p>
        </p:txBody>
      </p:sp>
      <p:pic>
        <p:nvPicPr>
          <p:cNvPr id="5" name="Picture 4" descr="Empty office area">
            <a:extLst>
              <a:ext uri="{FF2B5EF4-FFF2-40B4-BE49-F238E27FC236}">
                <a16:creationId xmlns:a16="http://schemas.microsoft.com/office/drawing/2014/main" id="{4E17AF4C-FF7F-C402-8DDC-BD7165E03C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311" r="11288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1195697"/>
            <a:ext cx="3200400" cy="42381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3. Información que debe almacenar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EB393899-78C9-AC49-C75C-B9485B6F24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364195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8A06BA-A73E-9855-6B87-7802DE33BF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4. Requerimientos funcionales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CF03483D-646C-208E-D525-DCD8D774EB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001549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1802" y="858982"/>
            <a:ext cx="3160341" cy="51529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 Requerimientos de validación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434872AA-7921-7025-B869-149FD7615E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642502"/>
              </p:ext>
            </p:extLst>
          </p:nvPr>
        </p:nvGraphicFramePr>
        <p:xfrm>
          <a:off x="5368169" y="601324"/>
          <a:ext cx="5849557" cy="5618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1195697"/>
            <a:ext cx="3200400" cy="42381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6. Base de datos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6A2763B5-38E6-2FCC-EF63-6076C7FDAA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6699316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53733" y="548464"/>
            <a:ext cx="6798541" cy="1675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>
                <a:latin typeface="+mj-lt"/>
                <a:ea typeface="+mj-ea"/>
                <a:cs typeface="+mj-cs"/>
              </a:rPr>
              <a:t>7. Interfaz gráfica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C61E99-6A24-3737-C21C-044B07952F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88" r="51818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033167C2-157F-B2B8-6A1D-A261CF5343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1743745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1195697"/>
            <a:ext cx="3200400" cy="42381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 Tecnologías obligatorias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92B99AEB-1561-03D8-AC13-CB84C100E8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2544281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53733" y="548464"/>
            <a:ext cx="6798541" cy="1675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>
                <a:latin typeface="+mj-lt"/>
                <a:ea typeface="+mj-ea"/>
                <a:cs typeface="+mj-cs"/>
              </a:rPr>
              <a:t>9. Funciones mínimas desarrolladas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01CC8A-28A7-F028-57FD-E4D26E9124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70" r="43938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94173722-ECEC-7024-E496-5D57B66CAC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5993215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53733" y="548464"/>
            <a:ext cx="6798541" cy="1675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>
                <a:latin typeface="+mj-lt"/>
                <a:ea typeface="+mj-ea"/>
                <a:cs typeface="+mj-cs"/>
              </a:rPr>
              <a:t>10. Operaciones SQL / CRUD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6F033961-65A3-6DAE-746B-46C1EFC047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91" r="49463" b="-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4553734" y="2409830"/>
            <a:ext cx="6798539" cy="3705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000"/>
              <a:t>• CREATE: crear o insertar un nuevo usuario.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000"/>
              <a:t>• READ: consultar y mostrar información de usuarios.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000"/>
              <a:t>• UPDATE: modificar un usuario existente.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000"/>
              <a:t>• DELETE: eliminar un usuario.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6679" y="723898"/>
            <a:ext cx="6002110" cy="1495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>
                <a:latin typeface="+mj-lt"/>
                <a:ea typeface="+mj-ea"/>
                <a:cs typeface="+mj-cs"/>
              </a:rPr>
              <a:t>11. Secuencia de desarrollo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789A1B-A228-D06E-F851-244C2FC5B0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161" r="28889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D0BB1A34-91FE-C21F-F578-2D16C1E957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0409632"/>
              </p:ext>
            </p:extLst>
          </p:nvPr>
        </p:nvGraphicFramePr>
        <p:xfrm>
          <a:off x="836680" y="2405067"/>
          <a:ext cx="6002110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6679" y="723898"/>
            <a:ext cx="6002110" cy="1495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>
                <a:latin typeface="+mj-lt"/>
                <a:ea typeface="+mj-ea"/>
                <a:cs typeface="+mj-cs"/>
              </a:rPr>
              <a:t>12. Arquitectura inicial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6680" y="2405067"/>
            <a:ext cx="6002110" cy="37290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10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000" dirty="0"/>
              <a:t>• La </a:t>
            </a:r>
            <a:r>
              <a:rPr lang="en-US" sz="2000" dirty="0" err="1"/>
              <a:t>primera</a:t>
            </a:r>
            <a:r>
              <a:rPr lang="en-US" sz="2000" dirty="0"/>
              <a:t> </a:t>
            </a:r>
            <a:r>
              <a:rPr lang="en-US" sz="2000" dirty="0" err="1"/>
              <a:t>fase</a:t>
            </a:r>
            <a:r>
              <a:rPr lang="en-US" sz="2000" dirty="0"/>
              <a:t> se </a:t>
            </a:r>
            <a:r>
              <a:rPr lang="en-US" sz="2000" dirty="0" err="1"/>
              <a:t>plantea</a:t>
            </a:r>
            <a:r>
              <a:rPr lang="en-US" sz="2000" dirty="0"/>
              <a:t> con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programación</a:t>
            </a:r>
            <a:r>
              <a:rPr lang="en-US" sz="2000" dirty="0"/>
              <a:t> </a:t>
            </a:r>
            <a:r>
              <a:rPr lang="en-US" sz="2000" dirty="0" err="1"/>
              <a:t>estructurada</a:t>
            </a:r>
            <a:r>
              <a:rPr lang="en-US" sz="2000" dirty="0"/>
              <a:t>.</a:t>
            </a:r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000" dirty="0"/>
              <a:t>• La </a:t>
            </a:r>
            <a:r>
              <a:rPr lang="en-US" sz="2000" dirty="0" err="1"/>
              <a:t>aplicación</a:t>
            </a:r>
            <a:r>
              <a:rPr lang="en-US" sz="2000" dirty="0"/>
              <a:t> integra </a:t>
            </a:r>
            <a:r>
              <a:rPr lang="en-US" sz="2000" dirty="0" err="1"/>
              <a:t>interfaz</a:t>
            </a:r>
            <a:r>
              <a:rPr lang="en-US" sz="2000" dirty="0"/>
              <a:t> </a:t>
            </a:r>
            <a:r>
              <a:rPr lang="en-US" sz="2000" dirty="0" err="1"/>
              <a:t>gráfica</a:t>
            </a:r>
            <a:r>
              <a:rPr lang="en-US" sz="2000" dirty="0"/>
              <a:t>, base de </a:t>
            </a:r>
            <a:r>
              <a:rPr lang="en-US" sz="2000" dirty="0" err="1"/>
              <a:t>datos</a:t>
            </a:r>
            <a:r>
              <a:rPr lang="en-US" sz="2000" dirty="0"/>
              <a:t> y </a:t>
            </a:r>
            <a:r>
              <a:rPr lang="en-US" sz="2000" dirty="0" err="1"/>
              <a:t>operaciones</a:t>
            </a:r>
            <a:r>
              <a:rPr lang="en-US" sz="2000" dirty="0"/>
              <a:t> CRUD.</a:t>
            </a:r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000" dirty="0"/>
              <a:t>• La </a:t>
            </a:r>
            <a:r>
              <a:rPr lang="en-US" sz="2000" dirty="0" err="1"/>
              <a:t>arquitectura</a:t>
            </a:r>
            <a:r>
              <a:rPr lang="en-US" sz="2000" dirty="0"/>
              <a:t> </a:t>
            </a:r>
            <a:r>
              <a:rPr lang="en-US" sz="2000" dirty="0" err="1"/>
              <a:t>permite</a:t>
            </a:r>
            <a:r>
              <a:rPr lang="en-US" sz="2000" dirty="0"/>
              <a:t> </a:t>
            </a:r>
            <a:r>
              <a:rPr lang="en-US" sz="2000" dirty="0" err="1"/>
              <a:t>evolucionar</a:t>
            </a:r>
            <a:r>
              <a:rPr lang="en-US" sz="2000" dirty="0"/>
              <a:t> </a:t>
            </a:r>
            <a:r>
              <a:rPr lang="en-US" sz="2000" dirty="0" err="1"/>
              <a:t>posteriormente</a:t>
            </a:r>
            <a:r>
              <a:rPr lang="en-US" sz="2000" dirty="0"/>
              <a:t> </a:t>
            </a:r>
            <a:r>
              <a:rPr lang="en-US" sz="2000" dirty="0" err="1"/>
              <a:t>hacia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estructura</a:t>
            </a:r>
            <a:r>
              <a:rPr lang="en-US" sz="2000" dirty="0"/>
              <a:t> </a:t>
            </a:r>
            <a:r>
              <a:rPr lang="en-US" sz="2000" dirty="0" err="1"/>
              <a:t>orientada</a:t>
            </a:r>
            <a:r>
              <a:rPr lang="en-US" sz="2000" dirty="0"/>
              <a:t> a </a:t>
            </a:r>
            <a:r>
              <a:rPr lang="en-US" sz="2000" dirty="0" err="1"/>
              <a:t>objetos</a:t>
            </a:r>
            <a:r>
              <a:rPr lang="en-US" sz="2000" dirty="0"/>
              <a:t>.</a:t>
            </a:r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9513FB12-D275-6579-07FE-D9380FB294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61" r="17739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Question mark boxes">
            <a:extLst>
              <a:ext uri="{FF2B5EF4-FFF2-40B4-BE49-F238E27FC236}">
                <a16:creationId xmlns:a16="http://schemas.microsoft.com/office/drawing/2014/main" id="{4B50E4A0-F937-B474-C338-33B746A7B4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85" r="7404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531610" y="365125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>
                <a:latin typeface="+mj-lt"/>
                <a:ea typeface="+mj-ea"/>
                <a:cs typeface="+mj-cs"/>
              </a:rPr>
              <a:t>13. Preguntas que debe responder el estudiante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10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1600" dirty="0"/>
              <a:t>• </a:t>
            </a:r>
            <a:r>
              <a:rPr lang="en-US" sz="1600" dirty="0" err="1"/>
              <a:t>Conceptos</a:t>
            </a:r>
            <a:r>
              <a:rPr lang="en-US" sz="1600" dirty="0"/>
              <a:t> de base de </a:t>
            </a:r>
            <a:r>
              <a:rPr lang="en-US" sz="1600" dirty="0" err="1"/>
              <a:t>datos</a:t>
            </a:r>
            <a:r>
              <a:rPr lang="en-US" sz="1600" dirty="0"/>
              <a:t>, SQLite y CRUD.</a:t>
            </a:r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1600" dirty="0"/>
              <a:t>• </a:t>
            </a:r>
            <a:r>
              <a:rPr lang="en-US" sz="1600" dirty="0" err="1"/>
              <a:t>Funcionamiento</a:t>
            </a:r>
            <a:r>
              <a:rPr lang="en-US" sz="1600" dirty="0"/>
              <a:t> de CREATE, READ, UPDATE y DELETE.</a:t>
            </a:r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1600" dirty="0"/>
              <a:t>• Uso de </a:t>
            </a:r>
            <a:r>
              <a:rPr lang="en-US" sz="1600" dirty="0" err="1"/>
              <a:t>Tkinter</a:t>
            </a:r>
            <a:r>
              <a:rPr lang="en-US" sz="1600" dirty="0"/>
              <a:t> y sus </a:t>
            </a:r>
            <a:r>
              <a:rPr lang="en-US" sz="1600" dirty="0" err="1"/>
              <a:t>elementos</a:t>
            </a:r>
            <a:r>
              <a:rPr lang="en-US" sz="1600" dirty="0"/>
              <a:t> de </a:t>
            </a:r>
            <a:r>
              <a:rPr lang="en-US" sz="1600" dirty="0" err="1"/>
              <a:t>interfaz</a:t>
            </a:r>
            <a:r>
              <a:rPr lang="en-US" sz="1600" dirty="0"/>
              <a:t>.</a:t>
            </a:r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1600" dirty="0"/>
              <a:t>• </a:t>
            </a:r>
            <a:r>
              <a:rPr lang="en-US" sz="1600" dirty="0" err="1"/>
              <a:t>Conceptos</a:t>
            </a:r>
            <a:r>
              <a:rPr lang="en-US" sz="1600" dirty="0"/>
              <a:t> de </a:t>
            </a:r>
            <a:r>
              <a:rPr lang="en-US" sz="1600" dirty="0" err="1"/>
              <a:t>funciones</a:t>
            </a:r>
            <a:r>
              <a:rPr lang="en-US" sz="1600" dirty="0"/>
              <a:t>, </a:t>
            </a:r>
            <a:r>
              <a:rPr lang="en-US" sz="1600" dirty="0" err="1"/>
              <a:t>parámetros</a:t>
            </a:r>
            <a:r>
              <a:rPr lang="en-US" sz="1600" dirty="0"/>
              <a:t> y </a:t>
            </a:r>
            <a:r>
              <a:rPr lang="en-US" sz="1600" dirty="0" err="1"/>
              <a:t>cursores</a:t>
            </a:r>
            <a:r>
              <a:rPr lang="en-US" sz="1600" dirty="0"/>
              <a:t>.</a:t>
            </a:r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1600" dirty="0"/>
              <a:t>• Clave </a:t>
            </a:r>
            <a:r>
              <a:rPr lang="en-US" sz="1600" dirty="0" err="1"/>
              <a:t>primaria</a:t>
            </a:r>
            <a:r>
              <a:rPr lang="en-US" sz="1600" dirty="0"/>
              <a:t>, AUTOINCREMENT y </a:t>
            </a:r>
            <a:r>
              <a:rPr lang="en-US" sz="1600" dirty="0" err="1"/>
              <a:t>consultas</a:t>
            </a:r>
            <a:r>
              <a:rPr lang="en-US" sz="1600" dirty="0"/>
              <a:t> con </a:t>
            </a:r>
            <a:r>
              <a:rPr lang="en-US" sz="1600" dirty="0" err="1"/>
              <a:t>condiciones</a:t>
            </a:r>
            <a:r>
              <a:rPr lang="en-US" sz="1600" dirty="0"/>
              <a:t>.</a:t>
            </a:r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1600" dirty="0"/>
              <a:t>• </a:t>
            </a:r>
            <a:r>
              <a:rPr lang="en-US" sz="1600" dirty="0" err="1"/>
              <a:t>Funcionamiento</a:t>
            </a:r>
            <a:r>
              <a:rPr lang="en-US" sz="1600" dirty="0"/>
              <a:t> general de la </a:t>
            </a:r>
            <a:r>
              <a:rPr lang="en-US" sz="1600" dirty="0" err="1"/>
              <a:t>aplicación</a:t>
            </a:r>
            <a:r>
              <a:rPr lang="en-US" sz="1600" dirty="0"/>
              <a:t> y </a:t>
            </a:r>
            <a:r>
              <a:rPr lang="en-US" sz="1600" dirty="0" err="1"/>
              <a:t>qué</a:t>
            </a:r>
            <a:r>
              <a:rPr lang="en-US" sz="1600" dirty="0"/>
              <a:t> </a:t>
            </a:r>
            <a:r>
              <a:rPr lang="en-US" sz="1600" dirty="0" err="1"/>
              <a:t>ocurre</a:t>
            </a:r>
            <a:r>
              <a:rPr lang="en-US" sz="1600" dirty="0"/>
              <a:t> al </a:t>
            </a:r>
            <a:r>
              <a:rPr lang="en-US" sz="1600" dirty="0" err="1"/>
              <a:t>eliminar</a:t>
            </a:r>
            <a:r>
              <a:rPr lang="en-US" sz="1600" dirty="0"/>
              <a:t> un </a:t>
            </a:r>
            <a:r>
              <a:rPr lang="en-US" sz="1600" dirty="0" err="1"/>
              <a:t>usuario</a:t>
            </a:r>
            <a:r>
              <a:rPr lang="en-US" sz="1600"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334644"/>
            <a:ext cx="10509504" cy="10769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15. Evidencias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0A3F7928-F58F-148A-C249-D40C81F76D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7641138"/>
              </p:ext>
            </p:extLst>
          </p:nvPr>
        </p:nvGraphicFramePr>
        <p:xfrm>
          <a:off x="838200" y="1737360"/>
          <a:ext cx="10506456" cy="4535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Arial"/>
              </a:rPr>
              <a:t>Evidencia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rial"/>
              </a:rPr>
              <a:t>Ventana principal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</a:rPr>
              <a:t>Captura de la ventana principal de la aplicación.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79476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E6E6E"/>
                </a:solidFill>
                <a:latin typeface="Arial"/>
              </a:rPr>
              <a:t>ESPACIO PARA CAPTURA DE PANTALLA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F3BE6BA-AACC-325D-9B2B-4A5715851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103120"/>
            <a:ext cx="8503920" cy="446245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Arial"/>
              </a:rPr>
              <a:t>Evidencia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rial"/>
              </a:rPr>
              <a:t>Base de datos creada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</a:rPr>
              <a:t>Captura que demuestre la creación y existencia de la base de datos.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636E16E-C447-29CF-FDDB-6DAB6F5CD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8075"/>
            <a:ext cx="12192000" cy="31798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Arial"/>
              </a:rPr>
              <a:t>Evidencia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rial"/>
              </a:rPr>
              <a:t>Registro de un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58893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dirty="0" err="1">
                <a:solidFill>
                  <a:srgbClr val="000000"/>
                </a:solidFill>
                <a:latin typeface="Arial"/>
              </a:rPr>
              <a:t>Captura</a:t>
            </a:r>
            <a:r>
              <a:rPr lang="es-CO" sz="2000" b="0" dirty="0">
                <a:solidFill>
                  <a:srgbClr val="000000"/>
                </a:solidFill>
                <a:latin typeface="Arial"/>
              </a:rPr>
              <a:t>s</a:t>
            </a:r>
            <a:r>
              <a:rPr sz="2000" b="0" dirty="0">
                <a:solidFill>
                  <a:srgbClr val="000000"/>
                </a:solidFill>
                <a:latin typeface="Arial"/>
              </a:rPr>
              <a:t> del </a:t>
            </a:r>
            <a:r>
              <a:rPr sz="2000" b="0" dirty="0" err="1">
                <a:solidFill>
                  <a:srgbClr val="000000"/>
                </a:solidFill>
                <a:latin typeface="Arial"/>
              </a:rPr>
              <a:t>formulario</a:t>
            </a:r>
            <a:r>
              <a:rPr sz="2000" b="0" dirty="0">
                <a:solidFill>
                  <a:srgbClr val="000000"/>
                </a:solidFill>
                <a:latin typeface="Arial"/>
              </a:rPr>
              <a:t> con un </a:t>
            </a:r>
            <a:r>
              <a:rPr sz="2000" b="0" dirty="0" err="1">
                <a:solidFill>
                  <a:srgbClr val="000000"/>
                </a:solidFill>
                <a:latin typeface="Arial"/>
              </a:rPr>
              <a:t>usuario</a:t>
            </a:r>
            <a:r>
              <a:rPr sz="20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</a:rPr>
              <a:t>registrado</a:t>
            </a:r>
            <a:r>
              <a:rPr sz="20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</a:rPr>
              <a:t>correctamente</a:t>
            </a:r>
            <a:r>
              <a:rPr sz="2000" b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54233A2-5606-EA25-6AB4-907920BA8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071" y="2151111"/>
            <a:ext cx="8479857" cy="45558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013CD53-6C8B-01FE-5CF9-254C8C1B3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576"/>
            <a:ext cx="12192000" cy="65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500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3B53867-D5F4-DBAC-6E0F-E9A2E196B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576"/>
            <a:ext cx="12192000" cy="65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928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Arial"/>
              </a:rPr>
              <a:t>Evidencia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rial"/>
              </a:rPr>
              <a:t>Consulta de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</a:rPr>
              <a:t>Captura de la consulta o selección de un usuario existente.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2DBB106-3CAC-0390-2012-D5BED8302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98269"/>
            <a:ext cx="12192000" cy="126146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Arial"/>
              </a:rPr>
              <a:t>Evidencia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rial"/>
              </a:rPr>
              <a:t>Actualización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</a:rPr>
              <a:t>Captura donde se observe la modificación de la información de un usuario.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D308AC7-622B-2E16-96BD-67B87F1BC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994931"/>
            <a:ext cx="8778240" cy="469331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77A832C-A7D7-D186-113F-B4B80604C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399"/>
            <a:ext cx="12192000" cy="653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918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852115F-CE41-6D7F-8E25-AF9E8D16B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046"/>
            <a:ext cx="12192000" cy="654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155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Arial"/>
              </a:rPr>
              <a:t>Evidencia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rial"/>
              </a:rPr>
              <a:t>Eliminación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</a:rPr>
              <a:t>Captura donde se observe la eliminación de un usuario.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16A6654-B8F8-3668-77FE-424559771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069" y="2103120"/>
            <a:ext cx="8633861" cy="460712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E59F905-8F27-3E35-6FB3-40DE38C09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046"/>
            <a:ext cx="12192000" cy="654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877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Arial"/>
              </a:rPr>
              <a:t>Evidencia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rial"/>
              </a:rPr>
              <a:t>Validación de campos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</a:rPr>
              <a:t>Captura de los mensajes o comportamiento de validación de campos.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A5BABEE-3494-4150-EE3A-1A84732A6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633" y="2103120"/>
            <a:ext cx="8508733" cy="455365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Arial"/>
              </a:rPr>
              <a:t>Evidencia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rial"/>
              </a:rPr>
              <a:t>Tabla Treeview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</a:rPr>
              <a:t>Captura de la tabla mostrando los registros almacenados.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79476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E6E6E"/>
                </a:solidFill>
                <a:latin typeface="Arial"/>
              </a:rPr>
              <a:t>ESPACIO PARA CAPTURA DE PANTALLA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1D0FAA9-1411-243E-1CD4-0826D443B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95786"/>
            <a:ext cx="12192000" cy="212946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Arial"/>
              </a:rPr>
              <a:t>Evidencia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rial"/>
              </a:rPr>
              <a:t>Selección de un registro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</a:rPr>
              <a:t>Captura de un registro seleccionado y sus datos cargados en el formulario.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125091E-5A04-C1FF-B1D1-C39B9AB2A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174" y="2176541"/>
            <a:ext cx="8431731" cy="452123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Arial"/>
              </a:rPr>
              <a:t>Evidencia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rial"/>
              </a:rPr>
              <a:t>Código fuente funcionando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</a:rPr>
              <a:t>Captura del sistema funcionando correctamente. No se incluye código en esta presentación.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D02CC91-16D6-E228-BD9E-EC34E3378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76" y="2366814"/>
            <a:ext cx="10907647" cy="21243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30</TotalTime>
  <Words>892</Words>
  <Application>Microsoft Office PowerPoint</Application>
  <PresentationFormat>Panorámica</PresentationFormat>
  <Paragraphs>115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3" baseType="lpstr">
      <vt:lpstr>Arial</vt:lpstr>
      <vt:lpstr>Neue Haas Grotesk Text Pro</vt:lpstr>
      <vt:lpstr>Helena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harold morales</cp:lastModifiedBy>
  <cp:revision>2</cp:revision>
  <dcterms:created xsi:type="dcterms:W3CDTF">2013-01-27T09:14:16Z</dcterms:created>
  <dcterms:modified xsi:type="dcterms:W3CDTF">2026-09-01T16:06:20Z</dcterms:modified>
  <cp:category/>
</cp:coreProperties>
</file>